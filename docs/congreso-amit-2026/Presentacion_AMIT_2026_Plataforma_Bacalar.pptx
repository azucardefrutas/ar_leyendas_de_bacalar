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onio huh" userId="3aa50cc0356d5665" providerId="LiveId" clId="{82D04096-78DB-4371-ACF8-2965DE2D8D33}"/>
    <pc:docChg chg="modSld">
      <pc:chgData name="antonio huh" userId="3aa50cc0356d5665" providerId="LiveId" clId="{82D04096-78DB-4371-ACF8-2965DE2D8D33}" dt="2026-08-17T00:06:51.656" v="2" actId="1076"/>
      <pc:docMkLst>
        <pc:docMk/>
      </pc:docMkLst>
      <pc:sldChg chg="modSp mod">
        <pc:chgData name="antonio huh" userId="3aa50cc0356d5665" providerId="LiveId" clId="{82D04096-78DB-4371-ACF8-2965DE2D8D33}" dt="2026-08-17T00:06:51.656" v="2" actId="1076"/>
        <pc:sldMkLst>
          <pc:docMk/>
          <pc:sldMk cId="1893518910" sldId="256"/>
        </pc:sldMkLst>
        <pc:picChg chg="mod">
          <ac:chgData name="antonio huh" userId="3aa50cc0356d5665" providerId="LiveId" clId="{82D04096-78DB-4371-ACF8-2965DE2D8D33}" dt="2026-08-17T00:06:51.656" v="2" actId="1076"/>
          <ac:picMkLst>
            <pc:docMk/>
            <pc:sldMk cId="1893518910" sldId="256"/>
            <ac:picMk id="13"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25 segundos.</a:t>
            </a:r>
          </a:p>
          <a:p>
            <a:r>
              <a:t>Abrir con la idea central: no presentamos una lista de tecnologías. Presentamos una infraestructura que organiza, publica y amplía narrativas del patrimonio de Bacalar. El caso que permite demostrarla es Leyendas de Bacalar: Los Baymen.</a:t>
            </a:r>
          </a:p>
          <a:p>
            <a:r>
              <a:t>La ponencia se ubica en la transformación digital del turismo porque conecta contenido cultural, actores universitarios, objetos físicos y experiencia del visitante.</a:t>
            </a:r>
          </a:p>
          <a:p>
            <a:endParaRPr/>
          </a:p>
          <a:p>
            <a:r>
              <a:t>[Sources]</a:t>
            </a:r>
          </a:p>
          <a:p>
            <a:r>
              <a:t>- AMIT2026_Plataforma_VersionCompleta.docx, título, autoría, resumen y Mesa 9.</a:t>
            </a:r>
          </a:p>
          <a:p>
            <a:r>
              <a:t>- Plataforma Digital.pdf, páginas 1-2, orientación general y portada sugerida.</a:t>
            </a:r>
          </a:p>
          <a:p>
            <a:r>
              <a:t>- Imagen conceptual generada con OpenAI image generation el 2026-08-16; no representa una captura de la plataforma.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55 segundos.</a:t>
            </a:r>
          </a:p>
          <a:p>
            <a:r>
              <a:t>Bacalar tiene una imagen turística muy fuerte asociada a la laguna. Sin embargo, el destino también posee relatos orales, memoria histórica y espacios como el Fuerte de San Felipe, la Parroquia de San Joaquín y el Canal de los Piratas.</a:t>
            </a:r>
          </a:p>
          <a:p>
            <a:r>
              <a:t>El problema no es la ausencia total de recursos digitales, sino su fragmentación. La propuesta parte de una pregunta: ¿cómo integrar creación, revisión, lectura y recursos aumentados en una experiencia coherente para el visitante?</a:t>
            </a:r>
          </a:p>
          <a:p>
            <a:r>
              <a:t>No afirmar que la plataforma resolvió toda la divulgación del destino; presentar el proyecto como una estrategia concreta de mediación.</a:t>
            </a:r>
          </a:p>
          <a:p>
            <a:endParaRPr/>
          </a:p>
          <a:p>
            <a:r>
              <a:t>[Sources]</a:t>
            </a:r>
          </a:p>
          <a:p>
            <a:r>
              <a:t>- AMIT2026_Plataforma_VersionCompleta.docx, Introducción.</a:t>
            </a:r>
          </a:p>
          <a:p>
            <a:r>
              <a:t>- AMIT2026_Baymen_VesionCompleta.docx, Introducción.</a:t>
            </a:r>
          </a:p>
          <a:p>
            <a:r>
              <a:t>- Boboc et al. (2022), DOI: 10.3390/app12199859.</a:t>
            </a:r>
          </a:p>
          <a:p>
            <a:r>
              <a:t>- Imagen del proyecto: frontend/public/landing-intro/display-motion/fuerte-san-felipe.webp.</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55 segundos.</a:t>
            </a:r>
          </a:p>
          <a:p>
            <a:r>
              <a:t>El proyecto articulador se denomina Ecosistema digital interactivo para la divulgación del patrimonio cultural y turístico de Bacalar.</a:t>
            </a:r>
          </a:p>
          <a:p>
            <a:r>
              <a:t>Los Baymen aporta la narrativa visual, el libro y el caso cultural. La plataforma aporta la infraestructura para publicar, leer, revisar y enlazar recursos interactivos. La realidad aumentada funciona como una extensión de la experiencia, no como un fin aislado.</a:t>
            </a:r>
          </a:p>
          <a:p>
            <a:r>
              <a:t>Subrayar que el proyecto se construye desde el Área de Ingenierías de la Universidad Politécnica de Bacalar mediante colaboración entre estudiantes y profesores de distintos perfiles.</a:t>
            </a:r>
          </a:p>
          <a:p>
            <a:endParaRPr/>
          </a:p>
          <a:p>
            <a:r>
              <a:t>[Sources]</a:t>
            </a:r>
          </a:p>
          <a:p>
            <a:r>
              <a:t>- Mensaje de coordinación del Congreso AMIT 2026 compartido por el usuario, 2026-08-13.</a:t>
            </a:r>
          </a:p>
          <a:p>
            <a:r>
              <a:t>- Plataforma Digital.pdf, página 3, proyecto articulador.</a:t>
            </a:r>
          </a:p>
          <a:p>
            <a:r>
              <a:t>- Los Baymen.pdf, página 3, proyecto articulador.</a:t>
            </a:r>
          </a:p>
          <a:p>
            <a:r>
              <a:t>- Imagen del proyecto: frontend/public/landing-intro/display-motion/collage_final.webp.</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55 segundos.</a:t>
            </a:r>
          </a:p>
          <a:p>
            <a:r>
              <a:t>El desarrollo siguió un enfoque incremental: cada ciclo permitió integrar y revisar funciones concretas. La capa web se construyó con React, Supabase y PostgreSQL; la activación aumentada se trabajó con Unity y Vuforia.</a:t>
            </a:r>
          </a:p>
          <a:p>
            <a:r>
              <a:t>No detenerse en marcas o arquitectura. Lo importante es la co-creación entre perfiles: Tecnologías de la Información, Innovación Digital, Animación y Efectos Visuales, con acompañamiento docente.</a:t>
            </a:r>
          </a:p>
          <a:p>
            <a:r>
              <a:t>La decisión metodológica clave fue usar un caso cultural sólido -Los Baymen- para probar que la infraestructura podía sostener una narrativa situada.</a:t>
            </a:r>
          </a:p>
          <a:p>
            <a:endParaRPr/>
          </a:p>
          <a:p>
            <a:r>
              <a:t>[Sources]</a:t>
            </a:r>
          </a:p>
          <a:p>
            <a:r>
              <a:t>- AMIT2026_Plataforma_VersionCompleta.docx, Planteamiento teórico-metodológico.</a:t>
            </a:r>
          </a:p>
          <a:p>
            <a:r>
              <a:t>- Shidende y Moebs (2025), DOI: 10.3390/multimedia1020006.</a:t>
            </a:r>
          </a:p>
          <a:p>
            <a:r>
              <a:t>- Zhang y Peng (2026), DOI: 10.3390/heritage9050192.</a:t>
            </a:r>
          </a:p>
          <a:p>
            <a:r>
              <a:t>- Imagen del proyecto: frontend/public/landing-intro/display-motion/Universidad-politecnica.webp.</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55 segundos.</a:t>
            </a:r>
          </a:p>
          <a:p>
            <a:r>
              <a:t>La plataforma organiza tres participantes con funciones culturales distintas. El creador propone la narrativa; el administrador actúa como curador antes de la publicación; y el lector o visitante consulta, interactúa y guarda contenidos.</a:t>
            </a:r>
          </a:p>
          <a:p>
            <a:r>
              <a:t>Esta diferenciación evita que la plataforma sea solo un repositorio. Introduce responsabilidad editorial y permite que futuras narrativas de la comunidad puedan incorporarse bajo revisión.</a:t>
            </a:r>
          </a:p>
          <a:p>
            <a:r>
              <a:t>En la implementación existen rutas y espacios diferenciados para lector, creador y administrador; aquí se explican por su aportación, no por su estructura técnica.</a:t>
            </a:r>
          </a:p>
          <a:p>
            <a:endParaRPr/>
          </a:p>
          <a:p>
            <a:r>
              <a:t>[Sources]</a:t>
            </a:r>
          </a:p>
          <a:p>
            <a:r>
              <a:t>- AMIT2026_Plataforma_VersionCompleta.docx, Resumen y Resultados.</a:t>
            </a:r>
          </a:p>
          <a:p>
            <a:r>
              <a:t>- Plataforma Digital.pdf, páginas 3-4.</a:t>
            </a:r>
          </a:p>
          <a:p>
            <a:r>
              <a:t>- Evidencia del proyecto: frontend/src/app/router.jsx y frontend/src/components/ui/AdminPrimitives.jsx.</a:t>
            </a:r>
          </a:p>
          <a:p>
            <a:r>
              <a:t>- Imagen del proyecto: frontend/public/assets/Libro abierto.webp.</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60 segundos.</a:t>
            </a:r>
          </a:p>
          <a:p>
            <a:r>
              <a:t>El flujo editorial es una aportación central. Una narrativa inicia como borrador, se envía a revisión y solo después puede publicarse. Si requiere cambios, regresa con observaciones para que el creador la corrija.</a:t>
            </a:r>
          </a:p>
          <a:p>
            <a:r>
              <a:t>El valor turístico-cultural del flujo es mantener criterios de calidad antes de que el contenido patrimonial llegue al público. No se trata de describir estados de base de datos, sino de explicar una cadena de responsabilidad editorial.</a:t>
            </a:r>
          </a:p>
          <a:p>
            <a:r>
              <a:t>El planteamiento toma principios de sistemas editoriales digitales, pero se adapta a narrativas patrimoniales interactivas.</a:t>
            </a:r>
          </a:p>
          <a:p>
            <a:endParaRPr/>
          </a:p>
          <a:p>
            <a:r>
              <a:t>[Sources]</a:t>
            </a:r>
          </a:p>
          <a:p>
            <a:r>
              <a:t>- AMIT2026_Plataforma_VersionCompleta.docx, Resumen y Resultados.</a:t>
            </a:r>
          </a:p>
          <a:p>
            <a:r>
              <a:t>- Plataforma Digital.pdf, página 4.</a:t>
            </a:r>
          </a:p>
          <a:p>
            <a:r>
              <a:t>- Willinsky (2005), DOI: 10.1108/07378830510636300.</a:t>
            </a:r>
          </a:p>
          <a:p>
            <a:r>
              <a:t>- Imagen del proyecto: frontend/public/assets/backgraoud collage.webp.</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60 segundos.</a:t>
            </a:r>
          </a:p>
          <a:p>
            <a:r>
              <a:t>El lector digital no compite con el libro físico. Lo extiende. Permite navegar por páginas, incorporar recursos multimedia, conservar favoritos y vincular el acceso con códigos de una edición física.</a:t>
            </a:r>
          </a:p>
          <a:p>
            <a:r>
              <a:t>Esta relación es importante para turismo: el libro puede adquirirse o consultarse como objeto cultural, mientras la plataforma mantiene viva la narrativa y conecta nuevos contenidos.</a:t>
            </a:r>
          </a:p>
          <a:p>
            <a:r>
              <a:t>El repositorio actual incluye lector de páginas, lector PDF tipo libro, activación de edición física y superposición de recursos interactivos. En la ponencia no es necesario demostrar cada función; basta mostrar la experiencia integrada.</a:t>
            </a:r>
          </a:p>
          <a:p>
            <a:endParaRPr/>
          </a:p>
          <a:p>
            <a:r>
              <a:t>[Sources]</a:t>
            </a:r>
          </a:p>
          <a:p>
            <a:r>
              <a:t>- AMIT2026_Plataforma_VersionCompleta.docx, Resultados.</a:t>
            </a:r>
          </a:p>
          <a:p>
            <a:r>
              <a:t>- Plataforma Digital.pdf, páginas 4-5.</a:t>
            </a:r>
          </a:p>
          <a:p>
            <a:r>
              <a:t>- Evidencia del proyecto: frontend/src/components/reader/ConalitegStyleReader.jsx, PdfFlipbookReader.jsx y PhysicalBookActivationModal.jsx.</a:t>
            </a:r>
          </a:p>
          <a:p>
            <a:r>
              <a:t>- Imagen del proyecto: frontend/public/assets/portada los relatos de san joaquin.webp.</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60 segundos.</a:t>
            </a:r>
          </a:p>
          <a:p>
            <a:r>
              <a:t>La realidad aumentada no sustituye la narración ni el libro. Añade una capa visual activada desde un marcador físico.</a:t>
            </a:r>
          </a:p>
          <a:p>
            <a:r>
              <a:t>En el caso Los Baymen se plantean marcadores asociados con los Baymen, el Padre Miguel y la Parroquia de San Joaquín. La integración permite enlazar la página o el soporte físico con un personaje, escenario o modelo tridimensional.</a:t>
            </a:r>
          </a:p>
          <a:p>
            <a:r>
              <a:t>Reconocer la colaboración: la narrativa, ilustraciones y libro provienen del componente de Animación y Efectos Visuales; la integración tecnológica se articula con el equipo de la plataforma.</a:t>
            </a:r>
          </a:p>
          <a:p>
            <a:endParaRPr/>
          </a:p>
          <a:p>
            <a:r>
              <a:t>[Sources]</a:t>
            </a:r>
          </a:p>
          <a:p>
            <a:r>
              <a:t>- AMIT2026_Baymen_VesionCompleta.docx, Resultados.</a:t>
            </a:r>
          </a:p>
          <a:p>
            <a:r>
              <a:t>- AMIT2026_Plataforma_VersionCompleta.docx, Resultados.</a:t>
            </a:r>
          </a:p>
          <a:p>
            <a:r>
              <a:t>- Azuma et al. (2001), DOI: 10.1109/38.963459.</a:t>
            </a:r>
          </a:p>
          <a:p>
            <a:r>
              <a:t>- Imagen conceptual generada con OpenAI image generation el 2026-08-16; no es una captura de la aplicación ni una reconstrucción histórica validada.</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70 segundos.</a:t>
            </a:r>
          </a:p>
          <a:p>
            <a:r>
              <a:t>Antes de viajar, la plataforma puede despertar interés mediante relatos y personajes. Durante la visita, ayuda a asociar la historia con espacios patrimoniales reconocibles. Después, el libro funciona como objeto-recuerdo y la capa digital permite volver a la experiencia.</a:t>
            </a:r>
          </a:p>
          <a:p>
            <a:r>
              <a:t>La propuesta no depende de una sola historia. El mismo modelo puede incorporar otras leyendas de Bacalar, nuevos espacios y participación de creadores locales bajo revisión. También puede adaptarse a otros destinos del sureste mexicano.</a:t>
            </a:r>
          </a:p>
          <a:p>
            <a:r>
              <a:t>Presentar esto como potencial y posibilidad de crecimiento, no como impacto turístico ya medido.</a:t>
            </a:r>
          </a:p>
          <a:p>
            <a:endParaRPr/>
          </a:p>
          <a:p>
            <a:r>
              <a:t>[Sources]</a:t>
            </a:r>
          </a:p>
          <a:p>
            <a:r>
              <a:t>- AMIT2026_Plataforma_VersionCompleta.docx, Resultados y Conclusiones.</a:t>
            </a:r>
          </a:p>
          <a:p>
            <a:r>
              <a:t>- AMIT2026_Baymen_VesionCompleta.docx, Resultados y Conclusiones.</a:t>
            </a:r>
          </a:p>
          <a:p>
            <a:r>
              <a:t>- Plataforma Digital.pdf, páginas 5-6.</a:t>
            </a:r>
          </a:p>
          <a:p>
            <a:r>
              <a:t>- Imagen conceptual generada con OpenAI image generation el 2026-08-16.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sugerido: 50 segundos.</a:t>
            </a:r>
          </a:p>
          <a:p>
            <a:r>
              <a:t>Cerrar resolviendo la pregunta inicial. La transformación digital del turismo también puede construirse desde universidades regionales cuando la tecnología se organiza alrededor de narrativas, lugares y colaboración local.</a:t>
            </a:r>
          </a:p>
          <a:p>
            <a:r>
              <a:t>La aportación es integrar gestión editorial, lectura digital y realidad aumentada en una infraestructura coherente, demostrada mediante Los Baymen.</a:t>
            </a:r>
          </a:p>
          <a:p>
            <a:r>
              <a:t>Ser precisos con el estado: el prototipo integra los componentes funcionales; la evaluación formal con turistas todavía es trabajo futuro. También se plantea explorar WebAR y sumar nuevas narrativas.</a:t>
            </a:r>
          </a:p>
          <a:p>
            <a:r>
              <a:t>Frase final sugerida: la tecnología no sustituye al patrimonio; lo hace visible, narrable y recorrible.</a:t>
            </a:r>
          </a:p>
          <a:p>
            <a:endParaRPr/>
          </a:p>
          <a:p>
            <a:r>
              <a:t>[Sources]</a:t>
            </a:r>
          </a:p>
          <a:p>
            <a:r>
              <a:t>- AMIT2026_Plataforma_VersionCompleta.docx, Conclusiones.</a:t>
            </a:r>
          </a:p>
          <a:p>
            <a:r>
              <a:t>- Plataforma Digital.pdf, página 6.</a:t>
            </a:r>
          </a:p>
          <a:p>
            <a:r>
              <a:t>- Imagen del proyecto: frontend/public/landing-intro/display-motion/1.jpg.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Pantalla de cierre para preguntas. Sin tiempo de exposición asignado.</a:t>
            </a:r>
          </a:p>
          <a:p>
            <a:endParaRPr/>
          </a:p>
          <a:p>
            <a:r>
              <a:t>[Sources]</a:t>
            </a:r>
          </a:p>
          <a:p>
            <a:r>
              <a:t>- Plantilla oficial files.pptx, diapositiva 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B16909-09C6-4E7F-AD08-E872046EC631}"/>
              </a:ext>
            </a:extLst>
          </p:cNvPr>
          <p:cNvSpPr>
            <a:spLocks noGrp="1"/>
          </p:cNvSpPr>
          <p:nvPr>
            <p:ph type="ctrTitle"/>
          </p:nvPr>
        </p:nvSpPr>
        <p:spPr>
          <a:xfrm>
            <a:off x="1524000" y="1122363"/>
            <a:ext cx="9144000" cy="2387600"/>
          </a:xfrm>
        </p:spPr>
        <p:txBody>
          <a:bodyPr anchor="b"/>
          <a:lstStyle>
            <a:lvl1pPr algn="ctr">
              <a:buNone/>
              <a:defRPr sz="6000"/>
            </a:lvl1pPr>
          </a:lstStyle>
          <a:p>
            <a:r>
              <a:t>Haga clic para modificar el estilo de título del patrón</a:t>
            </a:r>
          </a:p>
        </p:txBody>
      </p:sp>
      <p:sp>
        <p:nvSpPr>
          <p:cNvPr id="3" name="Subtítulo 2">
            <a:extLst>
              <a:ext uri="{FF2B5EF4-FFF2-40B4-BE49-F238E27FC236}">
                <a16:creationId xmlns:a16="http://schemas.microsoft.com/office/drawing/2014/main" id="{4374A837-8EBC-48AA-91BE-627287B353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Haga clic para modificar el estilo de subtítulo del patrón</a:t>
            </a:r>
          </a:p>
        </p:txBody>
      </p:sp>
      <p:sp>
        <p:nvSpPr>
          <p:cNvPr id="4" name="Marcador de fecha 3">
            <a:extLst>
              <a:ext uri="{FF2B5EF4-FFF2-40B4-BE49-F238E27FC236}">
                <a16:creationId xmlns:a16="http://schemas.microsoft.com/office/drawing/2014/main" id="{EF9D3AAA-01CE-40E6-BF61-5D17178124B3}"/>
              </a:ext>
            </a:extLst>
          </p:cNvPr>
          <p:cNvSpPr>
            <a:spLocks noGrp="1"/>
          </p:cNvSpPr>
          <p:nvPr>
            <p:ph type="dt" idx="10"/>
          </p:nvPr>
        </p:nvSpPr>
        <p:spPr/>
        <p:txBody>
          <a:bodyPr/>
          <a:lstStyle/>
          <a:p>
            <a:fld id="{1A185B31-5F92-4E3C-A0D7-004E8F53F697}" type="datetimeFigureOut">
              <a:t>16/08/2026</a:t>
            </a:fld>
            <a:endParaRPr/>
          </a:p>
        </p:txBody>
      </p:sp>
      <p:sp>
        <p:nvSpPr>
          <p:cNvPr id="5" name="Marcador de pie de página 4">
            <a:extLst>
              <a:ext uri="{FF2B5EF4-FFF2-40B4-BE49-F238E27FC236}">
                <a16:creationId xmlns:a16="http://schemas.microsoft.com/office/drawing/2014/main" id="{9A250DD1-66A8-4B00-84D7-0C4BC2A2EC76}"/>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26E0C5B0-43E0-4B66-AAE3-212B3D9F162F}"/>
              </a:ext>
            </a:extLst>
          </p:cNvPr>
          <p:cNvSpPr>
            <a:spLocks noGrp="1"/>
          </p:cNvSpPr>
          <p:nvPr>
            <p:ph type="sldNum" idx="12"/>
          </p:nvPr>
        </p:nvSpPr>
        <p:spPr/>
        <p:txBody>
          <a:bodyPr/>
          <a:lstStyle/>
          <a:p>
            <a:fld id="{1279CC27-028A-4BBA-9823-55D0BC7446FF}"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B672E4-D1A0-464F-99E5-AF7DC0938D58}"/>
              </a:ext>
            </a:extLst>
          </p:cNvPr>
          <p:cNvSpPr>
            <a:spLocks noGrp="1"/>
          </p:cNvSpPr>
          <p:nvPr>
            <p:ph type="title"/>
          </p:nvPr>
        </p:nvSpPr>
        <p:spPr/>
        <p:txBody>
          <a:bodyPr/>
          <a:lstStyle/>
          <a:p>
            <a:r>
              <a:t>Haga clic para modificar el estilo de título del patrón</a:t>
            </a:r>
          </a:p>
        </p:txBody>
      </p:sp>
      <p:sp>
        <p:nvSpPr>
          <p:cNvPr id="3" name="Marcador de contenido 2">
            <a:extLst>
              <a:ext uri="{FF2B5EF4-FFF2-40B4-BE49-F238E27FC236}">
                <a16:creationId xmlns:a16="http://schemas.microsoft.com/office/drawing/2014/main" id="{904FD5EB-C879-4BB1-A85A-025837D7669A}"/>
              </a:ext>
            </a:extLst>
          </p:cNvPr>
          <p:cNvSpPr>
            <a:spLocks noGrp="1"/>
          </p:cNvSpPr>
          <p:nvPr>
            <p:ph idx="1"/>
          </p:nvPr>
        </p:nvSpPr>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042B2B7B-E109-47D1-8B4A-AC40FC684673}"/>
              </a:ext>
            </a:extLst>
          </p:cNvPr>
          <p:cNvSpPr>
            <a:spLocks noGrp="1"/>
          </p:cNvSpPr>
          <p:nvPr>
            <p:ph type="dt" idx="10"/>
          </p:nvPr>
        </p:nvSpPr>
        <p:spPr/>
        <p:txBody>
          <a:bodyPr/>
          <a:lstStyle/>
          <a:p>
            <a:fld id="{1A185B31-5F92-4E3C-A0D7-004E8F53F697}" type="datetimeFigureOut">
              <a:t>16/08/2026</a:t>
            </a:fld>
            <a:endParaRPr/>
          </a:p>
        </p:txBody>
      </p:sp>
      <p:sp>
        <p:nvSpPr>
          <p:cNvPr id="5" name="Marcador de pie de página 4">
            <a:extLst>
              <a:ext uri="{FF2B5EF4-FFF2-40B4-BE49-F238E27FC236}">
                <a16:creationId xmlns:a16="http://schemas.microsoft.com/office/drawing/2014/main" id="{1E8E22C9-D4E4-4117-9882-F46744865E69}"/>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CC9D8441-A34F-4F68-A273-AC76A763B9A2}"/>
              </a:ext>
            </a:extLst>
          </p:cNvPr>
          <p:cNvSpPr>
            <a:spLocks noGrp="1"/>
          </p:cNvSpPr>
          <p:nvPr>
            <p:ph type="sldNum" idx="12"/>
          </p:nvPr>
        </p:nvSpPr>
        <p:spPr/>
        <p:txBody>
          <a:bodyPr/>
          <a:lstStyle/>
          <a:p>
            <a:fld id="{1279CC27-028A-4BBA-9823-55D0BC7446FF}"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98C087-5BB5-43F5-90CE-BB96C1624679}"/>
              </a:ext>
            </a:extLst>
          </p:cNvPr>
          <p:cNvSpPr>
            <a:spLocks noGrp="1"/>
          </p:cNvSpPr>
          <p:nvPr>
            <p:ph type="title"/>
          </p:nvPr>
        </p:nvSpPr>
        <p:spPr>
          <a:xfrm>
            <a:off x="831850" y="1709738"/>
            <a:ext cx="10515600" cy="2852737"/>
          </a:xfrm>
        </p:spPr>
        <p:txBody>
          <a:bodyPr anchor="b"/>
          <a:lstStyle>
            <a:lvl1pPr>
              <a:buNone/>
              <a:defRPr sz="6000"/>
            </a:lvl1pPr>
          </a:lstStyle>
          <a:p>
            <a:r>
              <a:t>Haga clic para modificar el estilo de título del patrón</a:t>
            </a:r>
          </a:p>
        </p:txBody>
      </p:sp>
      <p:sp>
        <p:nvSpPr>
          <p:cNvPr id="3" name="Marcador de texto 2">
            <a:extLst>
              <a:ext uri="{FF2B5EF4-FFF2-40B4-BE49-F238E27FC236}">
                <a16:creationId xmlns:a16="http://schemas.microsoft.com/office/drawing/2014/main" id="{6BAA7435-A28C-4FD9-9688-ED9950073E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Haga clic para modificar los estilos de texto del patrón</a:t>
            </a:r>
          </a:p>
        </p:txBody>
      </p:sp>
      <p:sp>
        <p:nvSpPr>
          <p:cNvPr id="4" name="Marcador de fecha 3">
            <a:extLst>
              <a:ext uri="{FF2B5EF4-FFF2-40B4-BE49-F238E27FC236}">
                <a16:creationId xmlns:a16="http://schemas.microsoft.com/office/drawing/2014/main" id="{CDEEDA5B-7F09-4DC5-8D3E-EC82A9815262}"/>
              </a:ext>
            </a:extLst>
          </p:cNvPr>
          <p:cNvSpPr>
            <a:spLocks noGrp="1"/>
          </p:cNvSpPr>
          <p:nvPr>
            <p:ph type="dt" idx="10"/>
          </p:nvPr>
        </p:nvSpPr>
        <p:spPr/>
        <p:txBody>
          <a:bodyPr/>
          <a:lstStyle/>
          <a:p>
            <a:fld id="{1A185B31-5F92-4E3C-A0D7-004E8F53F697}" type="datetimeFigureOut">
              <a:t>16/08/2026</a:t>
            </a:fld>
            <a:endParaRPr/>
          </a:p>
        </p:txBody>
      </p:sp>
      <p:sp>
        <p:nvSpPr>
          <p:cNvPr id="5" name="Marcador de pie de página 4">
            <a:extLst>
              <a:ext uri="{FF2B5EF4-FFF2-40B4-BE49-F238E27FC236}">
                <a16:creationId xmlns:a16="http://schemas.microsoft.com/office/drawing/2014/main" id="{09D0B76F-6AEB-4DA5-898F-445CF50CC461}"/>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4BFD64A6-9491-456D-BE93-FE65B555A032}"/>
              </a:ext>
            </a:extLst>
          </p:cNvPr>
          <p:cNvSpPr>
            <a:spLocks noGrp="1"/>
          </p:cNvSpPr>
          <p:nvPr>
            <p:ph type="sldNum" idx="12"/>
          </p:nvPr>
        </p:nvSpPr>
        <p:spPr/>
        <p:txBody>
          <a:bodyPr/>
          <a:lstStyle/>
          <a:p>
            <a:fld id="{1279CC27-028A-4BBA-9823-55D0BC7446FF}"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0907B1-4F21-4BE5-BE67-6BFF41907CAB}"/>
              </a:ext>
            </a:extLst>
          </p:cNvPr>
          <p:cNvSpPr>
            <a:spLocks noGrp="1"/>
          </p:cNvSpPr>
          <p:nvPr>
            <p:ph type="title"/>
          </p:nvPr>
        </p:nvSpPr>
        <p:spPr/>
        <p:txBody>
          <a:bodyPr/>
          <a:lstStyle/>
          <a:p>
            <a:r>
              <a:t>Haga clic para modificar el estilo de título del patrón</a:t>
            </a:r>
          </a:p>
        </p:txBody>
      </p:sp>
      <p:sp>
        <p:nvSpPr>
          <p:cNvPr id="3" name="Marcador de contenido 2">
            <a:extLst>
              <a:ext uri="{FF2B5EF4-FFF2-40B4-BE49-F238E27FC236}">
                <a16:creationId xmlns:a16="http://schemas.microsoft.com/office/drawing/2014/main" id="{99621F52-2BAA-4779-925C-4236F69FC889}"/>
              </a:ext>
            </a:extLst>
          </p:cNvPr>
          <p:cNvSpPr>
            <a:spLocks noGrp="1"/>
          </p:cNvSpPr>
          <p:nvPr>
            <p:ph idx="1"/>
          </p:nvPr>
        </p:nvSpPr>
        <p:spPr>
          <a:xfrm>
            <a:off x="838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contenido 3">
            <a:extLst>
              <a:ext uri="{FF2B5EF4-FFF2-40B4-BE49-F238E27FC236}">
                <a16:creationId xmlns:a16="http://schemas.microsoft.com/office/drawing/2014/main" id="{992A248D-5B06-437E-A9DF-2B25AA42FE91}"/>
              </a:ext>
            </a:extLst>
          </p:cNvPr>
          <p:cNvSpPr>
            <a:spLocks noGrp="1"/>
          </p:cNvSpPr>
          <p:nvPr>
            <p:ph idx="2"/>
          </p:nvPr>
        </p:nvSpPr>
        <p:spPr>
          <a:xfrm>
            <a:off x="6172200" y="1825625"/>
            <a:ext cx="5181600" cy="435133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fecha 4">
            <a:extLst>
              <a:ext uri="{FF2B5EF4-FFF2-40B4-BE49-F238E27FC236}">
                <a16:creationId xmlns:a16="http://schemas.microsoft.com/office/drawing/2014/main" id="{EA7B049E-C876-4ECA-AC4F-55454A559B50}"/>
              </a:ext>
            </a:extLst>
          </p:cNvPr>
          <p:cNvSpPr>
            <a:spLocks noGrp="1"/>
          </p:cNvSpPr>
          <p:nvPr>
            <p:ph type="dt" idx="10"/>
          </p:nvPr>
        </p:nvSpPr>
        <p:spPr/>
        <p:txBody>
          <a:bodyPr/>
          <a:lstStyle/>
          <a:p>
            <a:fld id="{1A185B31-5F92-4E3C-A0D7-004E8F53F697}" type="datetimeFigureOut">
              <a:t>16/08/2026</a:t>
            </a:fld>
            <a:endParaRPr/>
          </a:p>
        </p:txBody>
      </p:sp>
      <p:sp>
        <p:nvSpPr>
          <p:cNvPr id="6" name="Marcador de pie de página 5">
            <a:extLst>
              <a:ext uri="{FF2B5EF4-FFF2-40B4-BE49-F238E27FC236}">
                <a16:creationId xmlns:a16="http://schemas.microsoft.com/office/drawing/2014/main" id="{B6245087-28BC-41BB-9537-F677DC4770B2}"/>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08F74E81-1C13-4091-91A9-012AA9AC9129}"/>
              </a:ext>
            </a:extLst>
          </p:cNvPr>
          <p:cNvSpPr>
            <a:spLocks noGrp="1"/>
          </p:cNvSpPr>
          <p:nvPr>
            <p:ph type="sldNum" idx="12"/>
          </p:nvPr>
        </p:nvSpPr>
        <p:spPr/>
        <p:txBody>
          <a:bodyPr/>
          <a:lstStyle/>
          <a:p>
            <a:fld id="{1279CC27-028A-4BBA-9823-55D0BC7446FF}"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E6D7A1-3825-4282-9550-BEDD067E81E5}"/>
              </a:ext>
            </a:extLst>
          </p:cNvPr>
          <p:cNvSpPr>
            <a:spLocks noGrp="1"/>
          </p:cNvSpPr>
          <p:nvPr>
            <p:ph type="title"/>
          </p:nvPr>
        </p:nvSpPr>
        <p:spPr>
          <a:xfrm>
            <a:off x="839788" y="365125"/>
            <a:ext cx="10515600" cy="1325563"/>
          </a:xfrm>
        </p:spPr>
        <p:txBody>
          <a:bodyPr/>
          <a:lstStyle/>
          <a:p>
            <a:r>
              <a:t>Haga clic para modificar el estilo de título del patrón</a:t>
            </a:r>
          </a:p>
        </p:txBody>
      </p:sp>
      <p:sp>
        <p:nvSpPr>
          <p:cNvPr id="3" name="Marcador de texto 2">
            <a:extLst>
              <a:ext uri="{FF2B5EF4-FFF2-40B4-BE49-F238E27FC236}">
                <a16:creationId xmlns:a16="http://schemas.microsoft.com/office/drawing/2014/main" id="{9CC0B1E7-03CE-454E-AC3D-46D7B115E3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4" name="Marcador de contenido 3">
            <a:extLst>
              <a:ext uri="{FF2B5EF4-FFF2-40B4-BE49-F238E27FC236}">
                <a16:creationId xmlns:a16="http://schemas.microsoft.com/office/drawing/2014/main" id="{B4588F0F-EB2B-49CE-A053-74E8568E651E}"/>
              </a:ext>
            </a:extLst>
          </p:cNvPr>
          <p:cNvSpPr>
            <a:spLocks noGrp="1"/>
          </p:cNvSpPr>
          <p:nvPr>
            <p:ph idx="2"/>
          </p:nvPr>
        </p:nvSpPr>
        <p:spPr>
          <a:xfrm>
            <a:off x="839788" y="2505075"/>
            <a:ext cx="5157787"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5" name="Marcador de texto 4">
            <a:extLst>
              <a:ext uri="{FF2B5EF4-FFF2-40B4-BE49-F238E27FC236}">
                <a16:creationId xmlns:a16="http://schemas.microsoft.com/office/drawing/2014/main" id="{20D8071A-0EB7-4CEC-AC81-F58C05374516}"/>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Haga clic para modificar los estilos de texto del patrón</a:t>
            </a:r>
          </a:p>
        </p:txBody>
      </p:sp>
      <p:sp>
        <p:nvSpPr>
          <p:cNvPr id="6" name="Marcador de contenido 5">
            <a:extLst>
              <a:ext uri="{FF2B5EF4-FFF2-40B4-BE49-F238E27FC236}">
                <a16:creationId xmlns:a16="http://schemas.microsoft.com/office/drawing/2014/main" id="{45D0AAFA-6A14-4A35-AE23-6186297A4FFD}"/>
              </a:ext>
            </a:extLst>
          </p:cNvPr>
          <p:cNvSpPr>
            <a:spLocks noGrp="1"/>
          </p:cNvSpPr>
          <p:nvPr>
            <p:ph idx="4"/>
          </p:nvPr>
        </p:nvSpPr>
        <p:spPr>
          <a:xfrm>
            <a:off x="6172200" y="2505075"/>
            <a:ext cx="5183188" cy="3684588"/>
          </a:xfrm>
        </p:spPr>
        <p:txBody>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7" name="Marcador de fecha 6">
            <a:extLst>
              <a:ext uri="{FF2B5EF4-FFF2-40B4-BE49-F238E27FC236}">
                <a16:creationId xmlns:a16="http://schemas.microsoft.com/office/drawing/2014/main" id="{63BCCBB3-6C1D-475F-BC9A-C6DB98021A1E}"/>
              </a:ext>
            </a:extLst>
          </p:cNvPr>
          <p:cNvSpPr>
            <a:spLocks noGrp="1"/>
          </p:cNvSpPr>
          <p:nvPr>
            <p:ph type="dt" idx="10"/>
          </p:nvPr>
        </p:nvSpPr>
        <p:spPr/>
        <p:txBody>
          <a:bodyPr/>
          <a:lstStyle/>
          <a:p>
            <a:fld id="{1A185B31-5F92-4E3C-A0D7-004E8F53F697}" type="datetimeFigureOut">
              <a:t>16/08/2026</a:t>
            </a:fld>
            <a:endParaRPr/>
          </a:p>
        </p:txBody>
      </p:sp>
      <p:sp>
        <p:nvSpPr>
          <p:cNvPr id="8" name="Marcador de pie de página 7">
            <a:extLst>
              <a:ext uri="{FF2B5EF4-FFF2-40B4-BE49-F238E27FC236}">
                <a16:creationId xmlns:a16="http://schemas.microsoft.com/office/drawing/2014/main" id="{1762082E-C076-49EE-B472-36B97E7742B6}"/>
              </a:ext>
            </a:extLst>
          </p:cNvPr>
          <p:cNvSpPr>
            <a:spLocks noGrp="1"/>
          </p:cNvSpPr>
          <p:nvPr>
            <p:ph type="ftr" idx="11"/>
          </p:nvPr>
        </p:nvSpPr>
        <p:spPr/>
        <p:txBody>
          <a:bodyPr/>
          <a:lstStyle/>
          <a:p>
            <a:endParaRPr/>
          </a:p>
        </p:txBody>
      </p:sp>
      <p:sp>
        <p:nvSpPr>
          <p:cNvPr id="9" name="Marcador de número de diapositiva 8">
            <a:extLst>
              <a:ext uri="{FF2B5EF4-FFF2-40B4-BE49-F238E27FC236}">
                <a16:creationId xmlns:a16="http://schemas.microsoft.com/office/drawing/2014/main" id="{9B73DB99-0237-4991-BBB0-718AD481308F}"/>
              </a:ext>
            </a:extLst>
          </p:cNvPr>
          <p:cNvSpPr>
            <a:spLocks noGrp="1"/>
          </p:cNvSpPr>
          <p:nvPr>
            <p:ph type="sldNum" idx="12"/>
          </p:nvPr>
        </p:nvSpPr>
        <p:spPr/>
        <p:txBody>
          <a:bodyPr/>
          <a:lstStyle/>
          <a:p>
            <a:fld id="{1279CC27-028A-4BBA-9823-55D0BC7446FF}" type="slidenum">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88A0EB-9C2E-49CA-A6E4-28139878728E}"/>
              </a:ext>
            </a:extLst>
          </p:cNvPr>
          <p:cNvSpPr>
            <a:spLocks noGrp="1"/>
          </p:cNvSpPr>
          <p:nvPr>
            <p:ph type="title"/>
          </p:nvPr>
        </p:nvSpPr>
        <p:spPr/>
        <p:txBody>
          <a:bodyPr/>
          <a:lstStyle/>
          <a:p>
            <a:r>
              <a:t>Haga clic para modificar el estilo de título del patrón</a:t>
            </a:r>
          </a:p>
        </p:txBody>
      </p:sp>
      <p:sp>
        <p:nvSpPr>
          <p:cNvPr id="3" name="Marcador de fecha 2">
            <a:extLst>
              <a:ext uri="{FF2B5EF4-FFF2-40B4-BE49-F238E27FC236}">
                <a16:creationId xmlns:a16="http://schemas.microsoft.com/office/drawing/2014/main" id="{5501C590-7DD9-424A-8B79-1E7B38FBFA7D}"/>
              </a:ext>
            </a:extLst>
          </p:cNvPr>
          <p:cNvSpPr>
            <a:spLocks noGrp="1"/>
          </p:cNvSpPr>
          <p:nvPr>
            <p:ph type="dt" idx="10"/>
          </p:nvPr>
        </p:nvSpPr>
        <p:spPr/>
        <p:txBody>
          <a:bodyPr/>
          <a:lstStyle/>
          <a:p>
            <a:fld id="{1A185B31-5F92-4E3C-A0D7-004E8F53F697}" type="datetimeFigureOut">
              <a:t>16/08/2026</a:t>
            </a:fld>
            <a:endParaRPr/>
          </a:p>
        </p:txBody>
      </p:sp>
      <p:sp>
        <p:nvSpPr>
          <p:cNvPr id="4" name="Marcador de pie de página 3">
            <a:extLst>
              <a:ext uri="{FF2B5EF4-FFF2-40B4-BE49-F238E27FC236}">
                <a16:creationId xmlns:a16="http://schemas.microsoft.com/office/drawing/2014/main" id="{97561CD1-17DD-458B-915E-30DEC2CC60B2}"/>
              </a:ext>
            </a:extLst>
          </p:cNvPr>
          <p:cNvSpPr>
            <a:spLocks noGrp="1"/>
          </p:cNvSpPr>
          <p:nvPr>
            <p:ph type="ftr" idx="11"/>
          </p:nvPr>
        </p:nvSpPr>
        <p:spPr/>
        <p:txBody>
          <a:bodyPr/>
          <a:lstStyle/>
          <a:p>
            <a:endParaRPr/>
          </a:p>
        </p:txBody>
      </p:sp>
      <p:sp>
        <p:nvSpPr>
          <p:cNvPr id="5" name="Marcador de número de diapositiva 4">
            <a:extLst>
              <a:ext uri="{FF2B5EF4-FFF2-40B4-BE49-F238E27FC236}">
                <a16:creationId xmlns:a16="http://schemas.microsoft.com/office/drawing/2014/main" id="{4DC71751-17BA-4354-9E0A-9A92E86C2F98}"/>
              </a:ext>
            </a:extLst>
          </p:cNvPr>
          <p:cNvSpPr>
            <a:spLocks noGrp="1"/>
          </p:cNvSpPr>
          <p:nvPr>
            <p:ph type="sldNum" idx="12"/>
          </p:nvPr>
        </p:nvSpPr>
        <p:spPr/>
        <p:txBody>
          <a:bodyPr/>
          <a:lstStyle/>
          <a:p>
            <a:fld id="{1279CC27-028A-4BBA-9823-55D0BC7446FF}" type="slidenum">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303CFE83-8B35-49B3-AEFD-C1D95E02938C}"/>
              </a:ext>
            </a:extLst>
          </p:cNvPr>
          <p:cNvSpPr>
            <a:spLocks noGrp="1"/>
          </p:cNvSpPr>
          <p:nvPr>
            <p:ph type="dt" idx="10"/>
          </p:nvPr>
        </p:nvSpPr>
        <p:spPr/>
        <p:txBody>
          <a:bodyPr/>
          <a:lstStyle/>
          <a:p>
            <a:fld id="{1A185B31-5F92-4E3C-A0D7-004E8F53F697}" type="datetimeFigureOut">
              <a:t>16/08/2026</a:t>
            </a:fld>
            <a:endParaRPr/>
          </a:p>
        </p:txBody>
      </p:sp>
      <p:sp>
        <p:nvSpPr>
          <p:cNvPr id="3" name="Marcador de pie de página 2">
            <a:extLst>
              <a:ext uri="{FF2B5EF4-FFF2-40B4-BE49-F238E27FC236}">
                <a16:creationId xmlns:a16="http://schemas.microsoft.com/office/drawing/2014/main" id="{94A234F6-02A0-4587-BE85-759B1D4879C6}"/>
              </a:ext>
            </a:extLst>
          </p:cNvPr>
          <p:cNvSpPr>
            <a:spLocks noGrp="1"/>
          </p:cNvSpPr>
          <p:nvPr>
            <p:ph type="ftr" idx="11"/>
          </p:nvPr>
        </p:nvSpPr>
        <p:spPr/>
        <p:txBody>
          <a:bodyPr/>
          <a:lstStyle/>
          <a:p>
            <a:endParaRPr/>
          </a:p>
        </p:txBody>
      </p:sp>
      <p:sp>
        <p:nvSpPr>
          <p:cNvPr id="4" name="Marcador de número de diapositiva 3">
            <a:extLst>
              <a:ext uri="{FF2B5EF4-FFF2-40B4-BE49-F238E27FC236}">
                <a16:creationId xmlns:a16="http://schemas.microsoft.com/office/drawing/2014/main" id="{43B4947F-A27C-46F7-A16F-AAC6B5814892}"/>
              </a:ext>
            </a:extLst>
          </p:cNvPr>
          <p:cNvSpPr>
            <a:spLocks noGrp="1"/>
          </p:cNvSpPr>
          <p:nvPr>
            <p:ph type="sldNum" idx="12"/>
          </p:nvPr>
        </p:nvSpPr>
        <p:spPr/>
        <p:txBody>
          <a:bodyPr/>
          <a:lstStyle/>
          <a:p>
            <a:fld id="{1279CC27-028A-4BBA-9823-55D0BC7446FF}" type="slidenum">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1E6EF6-485A-4955-B4EC-953A5525C4A1}"/>
              </a:ext>
            </a:extLst>
          </p:cNvPr>
          <p:cNvSpPr>
            <a:spLocks noGrp="1"/>
          </p:cNvSpPr>
          <p:nvPr>
            <p:ph type="title"/>
          </p:nvPr>
        </p:nvSpPr>
        <p:spPr>
          <a:xfrm>
            <a:off x="839788" y="457200"/>
            <a:ext cx="3932237" cy="1600200"/>
          </a:xfrm>
        </p:spPr>
        <p:txBody>
          <a:bodyPr anchor="b"/>
          <a:lstStyle>
            <a:lvl1pPr>
              <a:buNone/>
              <a:defRPr sz="3200"/>
            </a:lvl1pPr>
          </a:lstStyle>
          <a:p>
            <a:r>
              <a:t>Haga clic para modificar el estilo de título del patrón</a:t>
            </a:r>
          </a:p>
        </p:txBody>
      </p:sp>
      <p:sp>
        <p:nvSpPr>
          <p:cNvPr id="3" name="Marcador de contenido 2">
            <a:extLst>
              <a:ext uri="{FF2B5EF4-FFF2-40B4-BE49-F238E27FC236}">
                <a16:creationId xmlns:a16="http://schemas.microsoft.com/office/drawing/2014/main" id="{EB7D2CEE-1EF9-430B-BF92-928D0117FE08}"/>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texto 3">
            <a:extLst>
              <a:ext uri="{FF2B5EF4-FFF2-40B4-BE49-F238E27FC236}">
                <a16:creationId xmlns:a16="http://schemas.microsoft.com/office/drawing/2014/main" id="{A4E6E825-DE7F-4323-AFD7-F313F7CA209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636B7D56-66C5-4717-B4D1-1DC091D6B4F3}"/>
              </a:ext>
            </a:extLst>
          </p:cNvPr>
          <p:cNvSpPr>
            <a:spLocks noGrp="1"/>
          </p:cNvSpPr>
          <p:nvPr>
            <p:ph type="dt" idx="10"/>
          </p:nvPr>
        </p:nvSpPr>
        <p:spPr/>
        <p:txBody>
          <a:bodyPr/>
          <a:lstStyle/>
          <a:p>
            <a:fld id="{1A185B31-5F92-4E3C-A0D7-004E8F53F697}" type="datetimeFigureOut">
              <a:t>16/08/2026</a:t>
            </a:fld>
            <a:endParaRPr/>
          </a:p>
        </p:txBody>
      </p:sp>
      <p:sp>
        <p:nvSpPr>
          <p:cNvPr id="6" name="Marcador de pie de página 5">
            <a:extLst>
              <a:ext uri="{FF2B5EF4-FFF2-40B4-BE49-F238E27FC236}">
                <a16:creationId xmlns:a16="http://schemas.microsoft.com/office/drawing/2014/main" id="{6BEA806F-2A54-42F5-B426-32B041EEF527}"/>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865FE182-A826-4942-92A4-A52AA1E63722}"/>
              </a:ext>
            </a:extLst>
          </p:cNvPr>
          <p:cNvSpPr>
            <a:spLocks noGrp="1"/>
          </p:cNvSpPr>
          <p:nvPr>
            <p:ph type="sldNum" idx="12"/>
          </p:nvPr>
        </p:nvSpPr>
        <p:spPr/>
        <p:txBody>
          <a:bodyPr/>
          <a:lstStyle/>
          <a:p>
            <a:fld id="{1279CC27-028A-4BBA-9823-55D0BC7446FF}" type="slidenum">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658BA6-8603-431F-9B08-1F23E2710037}"/>
              </a:ext>
            </a:extLst>
          </p:cNvPr>
          <p:cNvSpPr>
            <a:spLocks noGrp="1"/>
          </p:cNvSpPr>
          <p:nvPr>
            <p:ph type="title"/>
          </p:nvPr>
        </p:nvSpPr>
        <p:spPr>
          <a:xfrm>
            <a:off x="839788" y="457200"/>
            <a:ext cx="3932237" cy="1600200"/>
          </a:xfrm>
        </p:spPr>
        <p:txBody>
          <a:bodyPr anchor="b"/>
          <a:lstStyle>
            <a:lvl1pPr>
              <a:buNone/>
              <a:defRPr sz="3200"/>
            </a:lvl1pPr>
          </a:lstStyle>
          <a:p>
            <a:r>
              <a:t>Haga clic para modificar el estilo de título del patrón</a:t>
            </a:r>
          </a:p>
        </p:txBody>
      </p:sp>
      <p:sp>
        <p:nvSpPr>
          <p:cNvPr id="3" name="Marcador de posición de imagen 2">
            <a:extLst>
              <a:ext uri="{FF2B5EF4-FFF2-40B4-BE49-F238E27FC236}">
                <a16:creationId xmlns:a16="http://schemas.microsoft.com/office/drawing/2014/main" id="{E06A48C6-9570-4B6B-88B3-30E71367B8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Marcador de texto 3">
            <a:extLst>
              <a:ext uri="{FF2B5EF4-FFF2-40B4-BE49-F238E27FC236}">
                <a16:creationId xmlns:a16="http://schemas.microsoft.com/office/drawing/2014/main" id="{3B63FDBD-4D51-4D77-87C0-3E5FF59218CA}"/>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Haga clic para modificar los estilos de texto del patrón</a:t>
            </a:r>
          </a:p>
        </p:txBody>
      </p:sp>
      <p:sp>
        <p:nvSpPr>
          <p:cNvPr id="5" name="Marcador de fecha 4">
            <a:extLst>
              <a:ext uri="{FF2B5EF4-FFF2-40B4-BE49-F238E27FC236}">
                <a16:creationId xmlns:a16="http://schemas.microsoft.com/office/drawing/2014/main" id="{AE8024DE-E66D-4D00-B659-1E1033C0A967}"/>
              </a:ext>
            </a:extLst>
          </p:cNvPr>
          <p:cNvSpPr>
            <a:spLocks noGrp="1"/>
          </p:cNvSpPr>
          <p:nvPr>
            <p:ph type="dt" idx="10"/>
          </p:nvPr>
        </p:nvSpPr>
        <p:spPr/>
        <p:txBody>
          <a:bodyPr/>
          <a:lstStyle/>
          <a:p>
            <a:fld id="{1A185B31-5F92-4E3C-A0D7-004E8F53F697}" type="datetimeFigureOut">
              <a:t>16/08/2026</a:t>
            </a:fld>
            <a:endParaRPr/>
          </a:p>
        </p:txBody>
      </p:sp>
      <p:sp>
        <p:nvSpPr>
          <p:cNvPr id="6" name="Marcador de pie de página 5">
            <a:extLst>
              <a:ext uri="{FF2B5EF4-FFF2-40B4-BE49-F238E27FC236}">
                <a16:creationId xmlns:a16="http://schemas.microsoft.com/office/drawing/2014/main" id="{620010D7-DE7C-450D-B405-2484DF1C8661}"/>
              </a:ext>
            </a:extLst>
          </p:cNvPr>
          <p:cNvSpPr>
            <a:spLocks noGrp="1"/>
          </p:cNvSpPr>
          <p:nvPr>
            <p:ph type="ftr" idx="11"/>
          </p:nvPr>
        </p:nvSpPr>
        <p:spPr/>
        <p:txBody>
          <a:bodyPr/>
          <a:lstStyle/>
          <a:p>
            <a:endParaRPr/>
          </a:p>
        </p:txBody>
      </p:sp>
      <p:sp>
        <p:nvSpPr>
          <p:cNvPr id="7" name="Marcador de número de diapositiva 6">
            <a:extLst>
              <a:ext uri="{FF2B5EF4-FFF2-40B4-BE49-F238E27FC236}">
                <a16:creationId xmlns:a16="http://schemas.microsoft.com/office/drawing/2014/main" id="{2DDD78FA-F685-41FE-85A9-77B8B9AE8848}"/>
              </a:ext>
            </a:extLst>
          </p:cNvPr>
          <p:cNvSpPr>
            <a:spLocks noGrp="1"/>
          </p:cNvSpPr>
          <p:nvPr>
            <p:ph type="sldNum" idx="12"/>
          </p:nvPr>
        </p:nvSpPr>
        <p:spPr/>
        <p:txBody>
          <a:bodyPr/>
          <a:lstStyle/>
          <a:p>
            <a:fld id="{1279CC27-028A-4BBA-9823-55D0BC7446FF}" type="slidenum">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396728-A8FA-4116-B6E9-438D08790354}"/>
              </a:ext>
            </a:extLst>
          </p:cNvPr>
          <p:cNvSpPr>
            <a:spLocks noGrp="1"/>
          </p:cNvSpPr>
          <p:nvPr>
            <p:ph type="title"/>
          </p:nvPr>
        </p:nvSpPr>
        <p:spPr/>
        <p:txBody>
          <a:bodyPr/>
          <a:lstStyle/>
          <a:p>
            <a:r>
              <a:t>Haga clic para modificar el estilo de título del patrón</a:t>
            </a:r>
          </a:p>
        </p:txBody>
      </p:sp>
      <p:sp>
        <p:nvSpPr>
          <p:cNvPr id="3" name="Marcador de texto vertical 2">
            <a:extLst>
              <a:ext uri="{FF2B5EF4-FFF2-40B4-BE49-F238E27FC236}">
                <a16:creationId xmlns:a16="http://schemas.microsoft.com/office/drawing/2014/main" id="{A7F41F94-DDA3-4C27-B065-34803CCC4112}"/>
              </a:ext>
            </a:extLst>
          </p:cNvPr>
          <p:cNvSpPr>
            <a:spLocks noGrp="1"/>
          </p:cNvSpPr>
          <p:nvPr>
            <p:ph type="body" idx="1"/>
          </p:nvPr>
        </p:nvSpPr>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EBBB3F14-0820-4314-A1E5-E2DBFB0537CB}"/>
              </a:ext>
            </a:extLst>
          </p:cNvPr>
          <p:cNvSpPr>
            <a:spLocks noGrp="1"/>
          </p:cNvSpPr>
          <p:nvPr>
            <p:ph type="dt" idx="10"/>
          </p:nvPr>
        </p:nvSpPr>
        <p:spPr/>
        <p:txBody>
          <a:bodyPr/>
          <a:lstStyle/>
          <a:p>
            <a:fld id="{1A185B31-5F92-4E3C-A0D7-004E8F53F697}" type="datetimeFigureOut">
              <a:t>16/08/2026</a:t>
            </a:fld>
            <a:endParaRPr/>
          </a:p>
        </p:txBody>
      </p:sp>
      <p:sp>
        <p:nvSpPr>
          <p:cNvPr id="5" name="Marcador de pie de página 4">
            <a:extLst>
              <a:ext uri="{FF2B5EF4-FFF2-40B4-BE49-F238E27FC236}">
                <a16:creationId xmlns:a16="http://schemas.microsoft.com/office/drawing/2014/main" id="{96903ED0-770B-492C-8938-F5F85B10C09B}"/>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C054E61A-0833-48DB-BC97-F7E32F6489FC}"/>
              </a:ext>
            </a:extLst>
          </p:cNvPr>
          <p:cNvSpPr>
            <a:spLocks noGrp="1"/>
          </p:cNvSpPr>
          <p:nvPr>
            <p:ph type="sldNum" idx="12"/>
          </p:nvPr>
        </p:nvSpPr>
        <p:spPr/>
        <p:txBody>
          <a:bodyPr/>
          <a:lstStyle/>
          <a:p>
            <a:fld id="{1279CC27-028A-4BBA-9823-55D0BC7446FF}" type="slidenum">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E670C12-BB9E-414F-8139-B927BC0F12FC}"/>
              </a:ext>
            </a:extLst>
          </p:cNvPr>
          <p:cNvSpPr>
            <a:spLocks noGrp="1"/>
          </p:cNvSpPr>
          <p:nvPr>
            <p:ph type="title"/>
          </p:nvPr>
        </p:nvSpPr>
        <p:spPr>
          <a:xfrm>
            <a:off x="8724900" y="365125"/>
            <a:ext cx="2628900" cy="5811838"/>
          </a:xfrm>
        </p:spPr>
        <p:txBody>
          <a:bodyPr vert="eaVert"/>
          <a:lstStyle/>
          <a:p>
            <a:r>
              <a:t>Haga clic para modificar el estilo de título del patrón</a:t>
            </a:r>
          </a:p>
        </p:txBody>
      </p:sp>
      <p:sp>
        <p:nvSpPr>
          <p:cNvPr id="3" name="Marcador de texto vertical 2">
            <a:extLst>
              <a:ext uri="{FF2B5EF4-FFF2-40B4-BE49-F238E27FC236}">
                <a16:creationId xmlns:a16="http://schemas.microsoft.com/office/drawing/2014/main" id="{577FDB94-2A0A-47CC-928C-35981A369CD4}"/>
              </a:ext>
            </a:extLst>
          </p:cNvPr>
          <p:cNvSpPr>
            <a:spLocks noGrp="1"/>
          </p:cNvSpPr>
          <p:nvPr>
            <p:ph type="body" idx="1"/>
          </p:nvPr>
        </p:nvSpPr>
        <p:spPr>
          <a:xfrm>
            <a:off x="838200" y="365125"/>
            <a:ext cx="7734300" cy="5811838"/>
          </a:xfrm>
        </p:spPr>
        <p:txBody>
          <a:bodyPr vert="eaVert"/>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4D605DA0-7FD2-43D8-996A-911F1E5C3413}"/>
              </a:ext>
            </a:extLst>
          </p:cNvPr>
          <p:cNvSpPr>
            <a:spLocks noGrp="1"/>
          </p:cNvSpPr>
          <p:nvPr>
            <p:ph type="dt" idx="10"/>
          </p:nvPr>
        </p:nvSpPr>
        <p:spPr/>
        <p:txBody>
          <a:bodyPr/>
          <a:lstStyle/>
          <a:p>
            <a:fld id="{1A185B31-5F92-4E3C-A0D7-004E8F53F697}" type="datetimeFigureOut">
              <a:t>16/08/2026</a:t>
            </a:fld>
            <a:endParaRPr/>
          </a:p>
        </p:txBody>
      </p:sp>
      <p:sp>
        <p:nvSpPr>
          <p:cNvPr id="5" name="Marcador de pie de página 4">
            <a:extLst>
              <a:ext uri="{FF2B5EF4-FFF2-40B4-BE49-F238E27FC236}">
                <a16:creationId xmlns:a16="http://schemas.microsoft.com/office/drawing/2014/main" id="{AC1C3D3C-FCA3-48A6-9CB0-FAA388CBD02B}"/>
              </a:ext>
            </a:extLst>
          </p:cNvPr>
          <p:cNvSpPr>
            <a:spLocks noGrp="1"/>
          </p:cNvSpPr>
          <p:nvPr>
            <p:ph type="ftr" idx="11"/>
          </p:nvPr>
        </p:nvSpPr>
        <p:spPr/>
        <p:txBody>
          <a:bodyPr/>
          <a:lstStyle/>
          <a:p>
            <a:endParaRPr/>
          </a:p>
        </p:txBody>
      </p:sp>
      <p:sp>
        <p:nvSpPr>
          <p:cNvPr id="6" name="Marcador de número de diapositiva 5">
            <a:extLst>
              <a:ext uri="{FF2B5EF4-FFF2-40B4-BE49-F238E27FC236}">
                <a16:creationId xmlns:a16="http://schemas.microsoft.com/office/drawing/2014/main" id="{253ED9B0-7292-4407-B11A-494D3721A9D5}"/>
              </a:ext>
            </a:extLst>
          </p:cNvPr>
          <p:cNvSpPr>
            <a:spLocks noGrp="1"/>
          </p:cNvSpPr>
          <p:nvPr>
            <p:ph type="sldNum" idx="12"/>
          </p:nvPr>
        </p:nvSpPr>
        <p:spPr/>
        <p:txBody>
          <a:bodyPr/>
          <a:lstStyle/>
          <a:p>
            <a:fld id="{1279CC27-028A-4BBA-9823-55D0BC7446FF}"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216227C-0267-4914-8E0B-78A741C4A545}"/>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Haga clic para modificar el estilo de título del patrón</a:t>
            </a:r>
          </a:p>
        </p:txBody>
      </p:sp>
      <p:sp>
        <p:nvSpPr>
          <p:cNvPr id="3" name="Marcador de texto 2">
            <a:extLst>
              <a:ext uri="{FF2B5EF4-FFF2-40B4-BE49-F238E27FC236}">
                <a16:creationId xmlns:a16="http://schemas.microsoft.com/office/drawing/2014/main" id="{0442050A-1BF4-48CC-90F4-F096DCD8DC7F}"/>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Haga clic para modificar los estilos de texto del patrón</a:t>
            </a:r>
          </a:p>
          <a:p>
            <a:pPr lvl="1">
              <a:buNone/>
            </a:pPr>
            <a:r>
              <a:t>Segundo nivel</a:t>
            </a:r>
          </a:p>
          <a:p>
            <a:pPr lvl="2">
              <a:buNone/>
            </a:pPr>
            <a:r>
              <a:t>Tercer nivel</a:t>
            </a:r>
          </a:p>
          <a:p>
            <a:pPr lvl="3">
              <a:buNone/>
            </a:pPr>
            <a:r>
              <a:t>Cuarto nivel</a:t>
            </a:r>
          </a:p>
          <a:p>
            <a:pPr lvl="4">
              <a:buNone/>
            </a:pPr>
            <a:r>
              <a:t>Quinto nivel</a:t>
            </a:r>
          </a:p>
        </p:txBody>
      </p:sp>
      <p:sp>
        <p:nvSpPr>
          <p:cNvPr id="4" name="Marcador de fecha 3">
            <a:extLst>
              <a:ext uri="{FF2B5EF4-FFF2-40B4-BE49-F238E27FC236}">
                <a16:creationId xmlns:a16="http://schemas.microsoft.com/office/drawing/2014/main" id="{D70E4F0D-FDA4-495F-B4B9-F40E02CF266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A185B31-5F92-4E3C-A0D7-004E8F53F697}" type="datetimeFigureOut">
              <a:t>16/08/2026</a:t>
            </a:fld>
            <a:endParaRPr/>
          </a:p>
        </p:txBody>
      </p:sp>
      <p:sp>
        <p:nvSpPr>
          <p:cNvPr id="5" name="Marcador de pie de página 4">
            <a:extLst>
              <a:ext uri="{FF2B5EF4-FFF2-40B4-BE49-F238E27FC236}">
                <a16:creationId xmlns:a16="http://schemas.microsoft.com/office/drawing/2014/main" id="{29350BD1-1733-4B77-A83A-AAE2AE1CE0CF}"/>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Marcador de número de diapositiva 5">
            <a:extLst>
              <a:ext uri="{FF2B5EF4-FFF2-40B4-BE49-F238E27FC236}">
                <a16:creationId xmlns:a16="http://schemas.microsoft.com/office/drawing/2014/main" id="{89BEBE55-75F2-4C86-8F08-F39BFA657AA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1279CC27-028A-4BBA-9823-55D0BC7446FF}"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6"/>
          <p:cNvPicPr>
            <a:picLocks noChangeAspect="1"/>
          </p:cNvPicPr>
          <p:nvPr/>
        </p:nvPicPr>
        <p:blipFill>
          <a:blip r:embed="rId3"/>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4C95FAA0-3FD0-4B1B-98C0-D50DE271B71D}"/>
              </a:ext>
            </a:extLst>
          </p:cNvPr>
          <p:cNvSpPr>
            <a:spLocks noGrp="1"/>
          </p:cNvSpPr>
          <p:nvPr/>
        </p:nvSpPr>
        <p:spPr>
          <a:xfrm>
            <a:off x="4739259" y="3276600"/>
            <a:ext cx="6896100" cy="1952625"/>
          </a:xfrm>
          <a:prstGeom prst="rect">
            <a:avLst/>
          </a:prstGeom>
          <a:noFill/>
        </p:spPr>
        <p:txBody>
          <a:bodyPr wrap="square" lIns="38100" tIns="28575" rIns="38100" bIns="28575" anchor="t">
            <a:noAutofit/>
          </a:bodyPr>
          <a:lstStyle/>
          <a:p>
            <a:pPr algn="l">
              <a:lnSpc>
                <a:spcPct val="128000"/>
              </a:lnSpc>
              <a:buNone/>
              <a:defRPr sz="1300">
                <a:solidFill>
                  <a:srgbClr val="666666"/>
                </a:solidFill>
                <a:latin typeface="Arial"/>
                <a:ea typeface="Arial"/>
                <a:cs typeface="Arial"/>
              </a:defRPr>
            </a:pPr>
            <a:r>
              <a:rPr sz="1300" b="0" i="0" dirty="0">
                <a:solidFill>
                  <a:srgbClr val="666666"/>
                </a:solidFill>
                <a:latin typeface="Arial"/>
                <a:ea typeface="Arial"/>
                <a:cs typeface="Arial"/>
              </a:rPr>
              <a:t>Fabián Hernández Ceja · Juan Antonio Huh Puc · Johanan Guerrero Alvarado</a:t>
            </a:r>
          </a:p>
          <a:p>
            <a:pPr algn="l">
              <a:lnSpc>
                <a:spcPct val="128000"/>
              </a:lnSpc>
              <a:buNone/>
              <a:defRPr sz="1300">
                <a:solidFill>
                  <a:srgbClr val="666666"/>
                </a:solidFill>
                <a:latin typeface="Arial"/>
                <a:ea typeface="Arial"/>
                <a:cs typeface="Arial"/>
              </a:defRPr>
            </a:pPr>
            <a:r>
              <a:rPr sz="1300" dirty="0">
                <a:solidFill>
                  <a:srgbClr val="666666"/>
                </a:solidFill>
                <a:latin typeface="Arial"/>
                <a:ea typeface="Arial"/>
                <a:cs typeface="Arial"/>
              </a:rPr>
              <a:t>Anmi García Arellano · Esdras Eliseo Chuc Caamal · Julio Manuel Cen Can</a:t>
            </a:r>
            <a:endParaRPr sz="1300" dirty="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dirty="0">
                <a:solidFill>
                  <a:srgbClr val="666666"/>
                </a:solidFill>
                <a:latin typeface="Arial"/>
                <a:ea typeface="Arial"/>
                <a:cs typeface="Arial"/>
              </a:rPr>
              <a:t>Universidad Politécnica de Bacalar · Mesa 9</a:t>
            </a:r>
            <a:endParaRPr sz="1300" dirty="0">
              <a:solidFill>
                <a:schemeClr val="tx1">
                  <a:lumMod val="65000"/>
                  <a:lumOff val="35000"/>
                </a:schemeClr>
              </a:solidFill>
              <a:latin typeface="Arial"/>
              <a:ea typeface="Arial"/>
              <a:cs typeface="Arial"/>
            </a:endParaRPr>
          </a:p>
        </p:txBody>
      </p:sp>
      <p:sp>
        <p:nvSpPr>
          <p:cNvPr id="3" name="CuadroTexto 2">
            <a:extLst>
              <a:ext uri="{FF2B5EF4-FFF2-40B4-BE49-F238E27FC236}">
                <a16:creationId xmlns:a16="http://schemas.microsoft.com/office/drawing/2014/main" id="{2EDFDA68-5BB3-4F76-9100-73D103986AF9}"/>
              </a:ext>
            </a:extLst>
          </p:cNvPr>
          <p:cNvSpPr>
            <a:spLocks noGrp="1"/>
          </p:cNvSpPr>
          <p:nvPr/>
        </p:nvSpPr>
        <p:spPr>
          <a:xfrm>
            <a:off x="4650105" y="1381125"/>
            <a:ext cx="6896100" cy="1066800"/>
          </a:xfrm>
          <a:prstGeom prst="rect">
            <a:avLst/>
          </a:prstGeom>
          <a:noFill/>
        </p:spPr>
        <p:txBody>
          <a:bodyPr wrap="square" lIns="19050" tIns="19050" rIns="19050" bIns="19050" anchor="t">
            <a:noAutofit/>
          </a:bodyPr>
          <a:lstStyle/>
          <a:p>
            <a:pPr algn="l">
              <a:lnSpc>
                <a:spcPct val="96000"/>
              </a:lnSpc>
              <a:buNone/>
              <a:defRPr sz="3200" b="1">
                <a:solidFill>
                  <a:srgbClr val="573775"/>
                </a:solidFill>
                <a:latin typeface="Arial"/>
                <a:ea typeface="Arial"/>
                <a:cs typeface="Arial"/>
              </a:defRPr>
            </a:pPr>
            <a:r>
              <a:rPr sz="2550" b="1" dirty="0">
                <a:solidFill>
                  <a:srgbClr val="573775"/>
                </a:solidFill>
                <a:latin typeface="Arial"/>
                <a:ea typeface="Arial"/>
                <a:cs typeface="Arial"/>
              </a:rPr>
              <a:t>Plataforma digital con </a:t>
            </a:r>
            <a:r>
              <a:rPr sz="2550" b="1" dirty="0" err="1">
                <a:solidFill>
                  <a:srgbClr val="573775"/>
                </a:solidFill>
                <a:latin typeface="Arial"/>
                <a:ea typeface="Arial"/>
                <a:cs typeface="Arial"/>
              </a:rPr>
              <a:t>realidad</a:t>
            </a:r>
            <a:r>
              <a:rPr sz="2550" b="1" dirty="0">
                <a:solidFill>
                  <a:srgbClr val="573775"/>
                </a:solidFill>
                <a:latin typeface="Arial"/>
                <a:ea typeface="Arial"/>
                <a:cs typeface="Arial"/>
              </a:rPr>
              <a:t> </a:t>
            </a:r>
            <a:r>
              <a:rPr sz="2550" b="1" dirty="0" err="1">
                <a:solidFill>
                  <a:srgbClr val="573775"/>
                </a:solidFill>
                <a:latin typeface="Arial"/>
                <a:ea typeface="Arial"/>
                <a:cs typeface="Arial"/>
              </a:rPr>
              <a:t>aumentada</a:t>
            </a:r>
            <a:endParaRPr sz="2550" b="1" dirty="0">
              <a:solidFill>
                <a:srgbClr val="573775"/>
              </a:solidFill>
              <a:latin typeface="Arial"/>
              <a:ea typeface="Arial"/>
              <a:cs typeface="Arial"/>
            </a:endParaRPr>
          </a:p>
          <a:p>
            <a:pPr algn="l">
              <a:lnSpc>
                <a:spcPct val="96000"/>
              </a:lnSpc>
              <a:buNone/>
              <a:defRPr sz="3200" b="1">
                <a:solidFill>
                  <a:srgbClr val="573775"/>
                </a:solidFill>
                <a:latin typeface="Arial"/>
                <a:ea typeface="Arial"/>
                <a:cs typeface="Arial"/>
              </a:defRPr>
            </a:pPr>
            <a:r>
              <a:rPr sz="2550" b="1" dirty="0">
                <a:solidFill>
                  <a:srgbClr val="573775"/>
                </a:solidFill>
                <a:latin typeface="Arial"/>
                <a:ea typeface="Arial"/>
                <a:cs typeface="Arial"/>
              </a:rPr>
              <a:t>para la </a:t>
            </a:r>
            <a:r>
              <a:rPr sz="2550" b="1" dirty="0" err="1">
                <a:solidFill>
                  <a:srgbClr val="573775"/>
                </a:solidFill>
                <a:latin typeface="Arial"/>
                <a:ea typeface="Arial"/>
                <a:cs typeface="Arial"/>
              </a:rPr>
              <a:t>divulgación</a:t>
            </a:r>
            <a:r>
              <a:rPr sz="2550" b="1" dirty="0">
                <a:solidFill>
                  <a:srgbClr val="573775"/>
                </a:solidFill>
                <a:latin typeface="Arial"/>
                <a:ea typeface="Arial"/>
                <a:cs typeface="Arial"/>
              </a:rPr>
              <a:t> del </a:t>
            </a:r>
            <a:r>
              <a:rPr sz="2550" b="1" dirty="0" err="1">
                <a:solidFill>
                  <a:srgbClr val="573775"/>
                </a:solidFill>
                <a:latin typeface="Arial"/>
                <a:ea typeface="Arial"/>
                <a:cs typeface="Arial"/>
              </a:rPr>
              <a:t>patrimonio</a:t>
            </a:r>
            <a:r>
              <a:rPr sz="2550" b="1" dirty="0">
                <a:solidFill>
                  <a:srgbClr val="573775"/>
                </a:solidFill>
                <a:latin typeface="Arial"/>
                <a:ea typeface="Arial"/>
                <a:cs typeface="Arial"/>
              </a:rPr>
              <a:t> cultural</a:t>
            </a:r>
          </a:p>
          <a:p>
            <a:pPr algn="l">
              <a:lnSpc>
                <a:spcPct val="96000"/>
              </a:lnSpc>
              <a:buNone/>
              <a:defRPr sz="3200" b="1">
                <a:solidFill>
                  <a:srgbClr val="573775"/>
                </a:solidFill>
                <a:latin typeface="Arial"/>
                <a:ea typeface="Arial"/>
                <a:cs typeface="Arial"/>
              </a:defRPr>
            </a:pPr>
            <a:r>
              <a:rPr sz="2550" b="1" dirty="0">
                <a:solidFill>
                  <a:srgbClr val="573775"/>
                </a:solidFill>
                <a:latin typeface="Arial"/>
                <a:ea typeface="Arial"/>
                <a:cs typeface="Arial"/>
              </a:rPr>
              <a:t>de Bacalar</a:t>
            </a:r>
          </a:p>
        </p:txBody>
      </p:sp>
      <p:sp>
        <p:nvSpPr>
          <p:cNvPr id="6" name="CuadroTexto 5">
            <a:extLst>
              <a:ext uri="{FF2B5EF4-FFF2-40B4-BE49-F238E27FC236}">
                <a16:creationId xmlns:a16="http://schemas.microsoft.com/office/drawing/2014/main" id="{B64587BB-C907-44B6-BEA9-8341FAA35BE6}"/>
              </a:ext>
            </a:extLst>
          </p:cNvPr>
          <p:cNvSpPr>
            <a:spLocks noGrp="1"/>
          </p:cNvSpPr>
          <p:nvPr/>
        </p:nvSpPr>
        <p:spPr>
          <a:xfrm>
            <a:off x="4739259" y="2686050"/>
            <a:ext cx="6896100" cy="400050"/>
          </a:xfrm>
          <a:prstGeom prst="rect">
            <a:avLst/>
          </a:prstGeom>
          <a:noFill/>
        </p:spPr>
        <p:txBody>
          <a:bodyPr wrap="square" lIns="19050" tIns="9525" rIns="19050" bIns="9525" anchor="ctr">
            <a:noAutofit/>
          </a:bodyPr>
          <a:lstStyle/>
          <a:p>
            <a:pPr algn="l">
              <a:lnSpc>
                <a:spcPct val="100000"/>
              </a:lnSpc>
              <a:buNone/>
              <a:defRPr sz="2400">
                <a:solidFill>
                  <a:srgbClr val="C89211"/>
                </a:solidFill>
                <a:latin typeface="Arial"/>
                <a:ea typeface="Arial"/>
                <a:cs typeface="Arial"/>
              </a:defRPr>
            </a:pPr>
            <a:r>
              <a:rPr sz="2400">
                <a:solidFill>
                  <a:srgbClr val="C89211"/>
                </a:solidFill>
                <a:latin typeface="Arial"/>
                <a:ea typeface="Arial"/>
                <a:cs typeface="Arial"/>
              </a:rPr>
              <a:t>Transformación digital y mediación turístico-cultural</a:t>
            </a:r>
          </a:p>
        </p:txBody>
      </p:sp>
      <p:pic>
        <p:nvPicPr>
          <p:cNvPr id="13" name="Imagen 12"/>
          <p:cNvPicPr>
            <a:picLocks noChangeAspect="1"/>
          </p:cNvPicPr>
          <p:nvPr/>
        </p:nvPicPr>
        <p:blipFill>
          <a:blip r:embed="rId4"/>
          <a:srcRect/>
          <a:stretch/>
        </p:blipFill>
        <p:spPr>
          <a:xfrm>
            <a:off x="764741" y="1529037"/>
            <a:ext cx="3120624" cy="4160832"/>
          </a:xfrm>
          <a:prstGeom prst="rect">
            <a:avLst/>
          </a:prstGeom>
        </p:spPr>
      </p:pic>
    </p:spTree>
    <p:extLst>
      <p:ext uri="{BB962C8B-B14F-4D97-AF65-F5344CB8AC3E}">
        <p14:creationId xmlns:p14="http://schemas.microsoft.com/office/powerpoint/2010/main" val="1893518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6"/>
          <p:cNvPicPr>
            <a:picLocks noChangeAspect="1"/>
          </p:cNvPicPr>
          <p:nvPr/>
        </p:nvPicPr>
        <p:blipFill>
          <a:blip r:embed="rId3"/>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4C95FAA0-3FD0-4B1B-98C0-D50DE271B71D}"/>
              </a:ext>
            </a:extLst>
          </p:cNvPr>
          <p:cNvSpPr>
            <a:spLocks noGrp="1"/>
          </p:cNvSpPr>
          <p:nvPr/>
        </p:nvSpPr>
        <p:spPr>
          <a:xfrm>
            <a:off x="557561" y="2893301"/>
            <a:ext cx="3356517" cy="1885773"/>
          </a:xfrm>
          <a:prstGeom prst="rect">
            <a:avLst/>
          </a:prstGeom>
          <a:noFill/>
        </p:spPr>
        <p:txBody>
          <a:bodyPr wrap="square" lIns="38100" tIns="28575" rIns="38100" bIns="28575" anchor="t">
            <a:noAutofit/>
          </a:bodyPr>
          <a:lstStyle/>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Relatos, memoria y espacios históricos todavía aparecen dispersos entre libros, redes, sitios y aplicaciones.</a:t>
            </a:r>
            <a:endParaRPr sz="1300">
              <a:solidFill>
                <a:schemeClr val="tx1">
                  <a:lumMod val="65000"/>
                  <a:lumOff val="35000"/>
                </a:schemeClr>
              </a:solidFill>
              <a:latin typeface="Arial"/>
              <a:ea typeface="Arial"/>
              <a:cs typeface="Arial"/>
            </a:endParaRPr>
          </a:p>
        </p:txBody>
      </p:sp>
      <p:sp>
        <p:nvSpPr>
          <p:cNvPr id="3" name="CuadroTexto 2">
            <a:extLst>
              <a:ext uri="{FF2B5EF4-FFF2-40B4-BE49-F238E27FC236}">
                <a16:creationId xmlns:a16="http://schemas.microsoft.com/office/drawing/2014/main" id="{2EDFDA68-5BB3-4F76-9100-73D103986AF9}"/>
              </a:ext>
            </a:extLst>
          </p:cNvPr>
          <p:cNvSpPr>
            <a:spLocks noGrp="1"/>
          </p:cNvSpPr>
          <p:nvPr/>
        </p:nvSpPr>
        <p:spPr>
          <a:xfrm>
            <a:off x="557594" y="1717262"/>
            <a:ext cx="3352800" cy="514350"/>
          </a:xfrm>
          <a:prstGeom prst="rect">
            <a:avLst/>
          </a:prstGeom>
          <a:noFill/>
        </p:spPr>
        <p:txBody>
          <a:bodyPr wrap="square" lIns="19050" tIns="19050" rIns="19050" bIns="19050" anchor="t">
            <a:noAutofit/>
          </a:bodyPr>
          <a:lstStyle/>
          <a:p>
            <a:pPr algn="l">
              <a:lnSpc>
                <a:spcPct val="96000"/>
              </a:lnSpc>
              <a:buNone/>
              <a:defRPr sz="3200" b="1">
                <a:solidFill>
                  <a:srgbClr val="573775"/>
                </a:solidFill>
                <a:latin typeface="Arial"/>
                <a:ea typeface="Arial"/>
                <a:cs typeface="Arial"/>
              </a:defRPr>
            </a:pPr>
            <a:r>
              <a:rPr sz="2250" b="1">
                <a:solidFill>
                  <a:srgbClr val="573775"/>
                </a:solidFill>
                <a:latin typeface="Arial"/>
                <a:ea typeface="Arial"/>
                <a:cs typeface="Arial"/>
              </a:rPr>
              <a:t>Bacalar también cuenta</a:t>
            </a:r>
          </a:p>
        </p:txBody>
      </p:sp>
      <p:sp>
        <p:nvSpPr>
          <p:cNvPr id="6" name="CuadroTexto 5">
            <a:extLst>
              <a:ext uri="{FF2B5EF4-FFF2-40B4-BE49-F238E27FC236}">
                <a16:creationId xmlns:a16="http://schemas.microsoft.com/office/drawing/2014/main" id="{B64587BB-C907-44B6-BEA9-8341FAA35BE6}"/>
              </a:ext>
            </a:extLst>
          </p:cNvPr>
          <p:cNvSpPr>
            <a:spLocks noGrp="1"/>
          </p:cNvSpPr>
          <p:nvPr/>
        </p:nvSpPr>
        <p:spPr>
          <a:xfrm>
            <a:off x="646748" y="2247900"/>
            <a:ext cx="3257550" cy="495300"/>
          </a:xfrm>
          <a:prstGeom prst="rect">
            <a:avLst/>
          </a:prstGeom>
          <a:noFill/>
        </p:spPr>
        <p:txBody>
          <a:bodyPr wrap="square" lIns="19050" tIns="9525" rIns="19050" bIns="9525" anchor="ctr">
            <a:noAutofit/>
          </a:bodyPr>
          <a:lstStyle/>
          <a:p>
            <a:pPr algn="l">
              <a:lnSpc>
                <a:spcPct val="100000"/>
              </a:lnSpc>
              <a:buNone/>
              <a:defRPr sz="2400">
                <a:solidFill>
                  <a:srgbClr val="C89211"/>
                </a:solidFill>
                <a:latin typeface="Arial"/>
                <a:ea typeface="Arial"/>
                <a:cs typeface="Arial"/>
              </a:defRPr>
            </a:pPr>
            <a:r>
              <a:rPr sz="1650">
                <a:solidFill>
                  <a:srgbClr val="C89211"/>
                </a:solidFill>
                <a:latin typeface="Arial"/>
                <a:ea typeface="Arial"/>
                <a:cs typeface="Arial"/>
              </a:rPr>
              <a:t>Patrimonio más allá de la laguna</a:t>
            </a:r>
          </a:p>
        </p:txBody>
      </p:sp>
      <p:pic>
        <p:nvPicPr>
          <p:cNvPr id="13" name="Imagen 12"/>
          <p:cNvPicPr>
            <a:picLocks noChangeAspect="1"/>
          </p:cNvPicPr>
          <p:nvPr/>
        </p:nvPicPr>
        <p:blipFill>
          <a:blip r:embed="rId4"/>
          <a:srcRect t="11190" b="10478"/>
          <a:stretch/>
        </p:blipFill>
        <p:spPr>
          <a:xfrm>
            <a:off x="4072090" y="1717288"/>
            <a:ext cx="7573502" cy="4449336"/>
          </a:xfrm>
          <a:prstGeom prst="rect">
            <a:avLst/>
          </a:prstGeom>
        </p:spPr>
      </p:pic>
    </p:spTree>
    <p:extLst>
      <p:ext uri="{BB962C8B-B14F-4D97-AF65-F5344CB8AC3E}">
        <p14:creationId xmlns:p14="http://schemas.microsoft.com/office/powerpoint/2010/main" val="684459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6"/>
          <p:cNvPicPr>
            <a:picLocks noChangeAspect="1"/>
          </p:cNvPicPr>
          <p:nvPr/>
        </p:nvPicPr>
        <p:blipFill>
          <a:blip r:embed="rId3"/>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4C95FAA0-3FD0-4B1B-98C0-D50DE271B71D}"/>
              </a:ext>
            </a:extLst>
          </p:cNvPr>
          <p:cNvSpPr>
            <a:spLocks noGrp="1"/>
          </p:cNvSpPr>
          <p:nvPr/>
        </p:nvSpPr>
        <p:spPr>
          <a:xfrm>
            <a:off x="557561" y="2893301"/>
            <a:ext cx="3356517" cy="1885773"/>
          </a:xfrm>
          <a:prstGeom prst="rect">
            <a:avLst/>
          </a:prstGeom>
          <a:noFill/>
        </p:spPr>
        <p:txBody>
          <a:bodyPr wrap="square" lIns="38100" tIns="28575" rIns="38100" bIns="28575" anchor="t">
            <a:noAutofit/>
          </a:bodyPr>
          <a:lstStyle/>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Patrimonio -&gt; narrativa visual -&gt; libro físico</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-&gt; plataforma digital -&gt; realidad aumentada</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-&gt; experiencia del visitante</a:t>
            </a:r>
            <a:endParaRPr sz="1300">
              <a:solidFill>
                <a:schemeClr val="tx1">
                  <a:lumMod val="65000"/>
                  <a:lumOff val="35000"/>
                </a:schemeClr>
              </a:solidFill>
              <a:latin typeface="Arial"/>
              <a:ea typeface="Arial"/>
              <a:cs typeface="Arial"/>
            </a:endParaRPr>
          </a:p>
        </p:txBody>
      </p:sp>
      <p:sp>
        <p:nvSpPr>
          <p:cNvPr id="3" name="CuadroTexto 2">
            <a:extLst>
              <a:ext uri="{FF2B5EF4-FFF2-40B4-BE49-F238E27FC236}">
                <a16:creationId xmlns:a16="http://schemas.microsoft.com/office/drawing/2014/main" id="{2EDFDA68-5BB3-4F76-9100-73D103986AF9}"/>
              </a:ext>
            </a:extLst>
          </p:cNvPr>
          <p:cNvSpPr>
            <a:spLocks noGrp="1"/>
          </p:cNvSpPr>
          <p:nvPr/>
        </p:nvSpPr>
        <p:spPr>
          <a:xfrm>
            <a:off x="557594" y="1717262"/>
            <a:ext cx="3352800" cy="514350"/>
          </a:xfrm>
          <a:prstGeom prst="rect">
            <a:avLst/>
          </a:prstGeom>
          <a:noFill/>
        </p:spPr>
        <p:txBody>
          <a:bodyPr wrap="square" lIns="19050" tIns="19050" rIns="19050" bIns="19050" anchor="t">
            <a:noAutofit/>
          </a:bodyPr>
          <a:lstStyle/>
          <a:p>
            <a:pPr algn="l">
              <a:lnSpc>
                <a:spcPct val="96000"/>
              </a:lnSpc>
              <a:buNone/>
              <a:defRPr sz="3200" b="1">
                <a:solidFill>
                  <a:srgbClr val="573775"/>
                </a:solidFill>
                <a:latin typeface="Arial"/>
                <a:ea typeface="Arial"/>
                <a:cs typeface="Arial"/>
              </a:defRPr>
            </a:pPr>
            <a:r>
              <a:rPr sz="2250" b="1">
                <a:solidFill>
                  <a:srgbClr val="573775"/>
                </a:solidFill>
                <a:latin typeface="Arial"/>
                <a:ea typeface="Arial"/>
                <a:cs typeface="Arial"/>
              </a:rPr>
              <a:t>Proyecto articulador</a:t>
            </a:r>
          </a:p>
        </p:txBody>
      </p:sp>
      <p:sp>
        <p:nvSpPr>
          <p:cNvPr id="6" name="CuadroTexto 5">
            <a:extLst>
              <a:ext uri="{FF2B5EF4-FFF2-40B4-BE49-F238E27FC236}">
                <a16:creationId xmlns:a16="http://schemas.microsoft.com/office/drawing/2014/main" id="{B64587BB-C907-44B6-BEA9-8341FAA35BE6}"/>
              </a:ext>
            </a:extLst>
          </p:cNvPr>
          <p:cNvSpPr>
            <a:spLocks noGrp="1"/>
          </p:cNvSpPr>
          <p:nvPr/>
        </p:nvSpPr>
        <p:spPr>
          <a:xfrm>
            <a:off x="646748" y="2247900"/>
            <a:ext cx="3257550" cy="495300"/>
          </a:xfrm>
          <a:prstGeom prst="rect">
            <a:avLst/>
          </a:prstGeom>
          <a:noFill/>
        </p:spPr>
        <p:txBody>
          <a:bodyPr wrap="square" lIns="19050" tIns="9525" rIns="19050" bIns="9525" anchor="ctr">
            <a:noAutofit/>
          </a:bodyPr>
          <a:lstStyle/>
          <a:p>
            <a:pPr algn="l">
              <a:lnSpc>
                <a:spcPct val="100000"/>
              </a:lnSpc>
              <a:buNone/>
              <a:defRPr sz="2400">
                <a:solidFill>
                  <a:srgbClr val="C89211"/>
                </a:solidFill>
                <a:latin typeface="Arial"/>
                <a:ea typeface="Arial"/>
                <a:cs typeface="Arial"/>
              </a:defRPr>
            </a:pPr>
            <a:r>
              <a:rPr sz="1650">
                <a:solidFill>
                  <a:srgbClr val="C89211"/>
                </a:solidFill>
                <a:latin typeface="Arial"/>
                <a:ea typeface="Arial"/>
                <a:cs typeface="Arial"/>
              </a:rPr>
              <a:t>De la UPB hacia el visitante</a:t>
            </a:r>
          </a:p>
        </p:txBody>
      </p:sp>
      <p:pic>
        <p:nvPicPr>
          <p:cNvPr id="13" name="Imagen 12"/>
          <p:cNvPicPr>
            <a:picLocks noChangeAspect="1"/>
          </p:cNvPicPr>
          <p:nvPr/>
        </p:nvPicPr>
        <p:blipFill>
          <a:blip r:embed="rId4"/>
          <a:srcRect t="11190" b="10478"/>
          <a:stretch/>
        </p:blipFill>
        <p:spPr>
          <a:xfrm>
            <a:off x="4072090" y="1717288"/>
            <a:ext cx="7573502" cy="4449336"/>
          </a:xfrm>
          <a:prstGeom prst="rect">
            <a:avLst/>
          </a:prstGeom>
        </p:spPr>
      </p:pic>
    </p:spTree>
    <p:extLst>
      <p:ext uri="{BB962C8B-B14F-4D97-AF65-F5344CB8AC3E}">
        <p14:creationId xmlns:p14="http://schemas.microsoft.com/office/powerpoint/2010/main" val="684459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6"/>
          <p:cNvPicPr>
            <a:picLocks noChangeAspect="1"/>
          </p:cNvPicPr>
          <p:nvPr/>
        </p:nvPicPr>
        <p:blipFill>
          <a:blip r:embed="rId3"/>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4C95FAA0-3FD0-4B1B-98C0-D50DE271B71D}"/>
              </a:ext>
            </a:extLst>
          </p:cNvPr>
          <p:cNvSpPr>
            <a:spLocks noGrp="1"/>
          </p:cNvSpPr>
          <p:nvPr/>
        </p:nvSpPr>
        <p:spPr>
          <a:xfrm>
            <a:off x="4739268" y="2821901"/>
            <a:ext cx="6894706" cy="2926057"/>
          </a:xfrm>
          <a:prstGeom prst="rect">
            <a:avLst/>
          </a:prstGeom>
          <a:noFill/>
        </p:spPr>
        <p:txBody>
          <a:bodyPr wrap="square" lIns="38100" tIns="28575" rIns="38100" bIns="28575" anchor="t">
            <a:noAutofit/>
          </a:bodyPr>
          <a:lstStyle/>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 Ciclos de diseño, implementación y revisión</a:t>
            </a:r>
          </a:p>
          <a:p>
            <a:pPr algn="l">
              <a:lnSpc>
                <a:spcPct val="128000"/>
              </a:lnSpc>
              <a:buNone/>
              <a:defRPr sz="1300">
                <a:solidFill>
                  <a:srgbClr val="666666"/>
                </a:solidFill>
                <a:latin typeface="Arial"/>
                <a:ea typeface="Arial"/>
                <a:cs typeface="Arial"/>
              </a:defRPr>
            </a:pPr>
            <a:r>
              <a:rPr sz="1300">
                <a:solidFill>
                  <a:srgbClr val="666666"/>
                </a:solidFill>
                <a:latin typeface="Arial"/>
                <a:ea typeface="Arial"/>
                <a:cs typeface="Arial"/>
              </a:rPr>
              <a:t>• Integración de lector, gestión editorial y RA</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 Colaboración entre TI, Innovación Digital, Animación y Efectos Visuales</a:t>
            </a:r>
            <a:endParaRPr sz="1300">
              <a:solidFill>
                <a:schemeClr val="tx1">
                  <a:lumMod val="65000"/>
                  <a:lumOff val="35000"/>
                </a:schemeClr>
              </a:solidFill>
              <a:latin typeface="Arial"/>
              <a:ea typeface="Arial"/>
              <a:cs typeface="Arial"/>
            </a:endParaRPr>
          </a:p>
          <a:p>
            <a:pPr>
              <a:lnSpc>
                <a:spcPct val="130000"/>
              </a:lnSpc>
              <a:buNone/>
            </a:pP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El contenido cultural guía las decisiones técnicas.</a:t>
            </a:r>
            <a:endParaRPr sz="1300">
              <a:solidFill>
                <a:schemeClr val="tx1">
                  <a:lumMod val="65000"/>
                  <a:lumOff val="35000"/>
                </a:schemeClr>
              </a:solidFill>
              <a:latin typeface="Arial"/>
              <a:ea typeface="Arial"/>
              <a:cs typeface="Arial"/>
            </a:endParaRPr>
          </a:p>
        </p:txBody>
      </p:sp>
      <p:sp>
        <p:nvSpPr>
          <p:cNvPr id="3" name="CuadroTexto 2">
            <a:extLst>
              <a:ext uri="{FF2B5EF4-FFF2-40B4-BE49-F238E27FC236}">
                <a16:creationId xmlns:a16="http://schemas.microsoft.com/office/drawing/2014/main" id="{2EDFDA68-5BB3-4F76-9100-73D103986AF9}"/>
              </a:ext>
            </a:extLst>
          </p:cNvPr>
          <p:cNvSpPr>
            <a:spLocks noGrp="1"/>
          </p:cNvSpPr>
          <p:nvPr/>
        </p:nvSpPr>
        <p:spPr>
          <a:xfrm>
            <a:off x="4650058" y="1672683"/>
            <a:ext cx="5330283" cy="584775"/>
          </a:xfrm>
          <a:prstGeom prst="rect">
            <a:avLst/>
          </a:prstGeom>
          <a:noFill/>
        </p:spPr>
        <p:txBody>
          <a:bodyPr wrap="square" lIns="19050" tIns="19050" rIns="19050" bIns="19050" anchor="t">
            <a:noAutofit/>
          </a:bodyPr>
          <a:lstStyle/>
          <a:p>
            <a:pPr algn="l">
              <a:lnSpc>
                <a:spcPct val="96000"/>
              </a:lnSpc>
              <a:buNone/>
              <a:defRPr sz="3200" b="1">
                <a:solidFill>
                  <a:srgbClr val="573775"/>
                </a:solidFill>
                <a:latin typeface="Arial"/>
                <a:ea typeface="Arial"/>
                <a:cs typeface="Arial"/>
              </a:defRPr>
            </a:pPr>
            <a:r>
              <a:rPr sz="3200" b="1">
                <a:solidFill>
                  <a:srgbClr val="573775"/>
                </a:solidFill>
                <a:latin typeface="Arial"/>
                <a:ea typeface="Arial"/>
                <a:cs typeface="Arial"/>
              </a:rPr>
              <a:t>La tecnología es el medio</a:t>
            </a:r>
          </a:p>
        </p:txBody>
      </p:sp>
      <p:sp>
        <p:nvSpPr>
          <p:cNvPr id="6" name="CuadroTexto 5">
            <a:extLst>
              <a:ext uri="{FF2B5EF4-FFF2-40B4-BE49-F238E27FC236}">
                <a16:creationId xmlns:a16="http://schemas.microsoft.com/office/drawing/2014/main" id="{B64587BB-C907-44B6-BEA9-8341FAA35BE6}"/>
              </a:ext>
            </a:extLst>
          </p:cNvPr>
          <p:cNvSpPr>
            <a:spLocks noGrp="1"/>
          </p:cNvSpPr>
          <p:nvPr/>
        </p:nvSpPr>
        <p:spPr>
          <a:xfrm>
            <a:off x="4739268" y="2193879"/>
            <a:ext cx="5330283" cy="461665"/>
          </a:xfrm>
          <a:prstGeom prst="rect">
            <a:avLst/>
          </a:prstGeom>
          <a:noFill/>
        </p:spPr>
        <p:txBody>
          <a:bodyPr wrap="square" lIns="19050" tIns="9525" rIns="19050" bIns="9525" anchor="ctr">
            <a:noAutofit/>
          </a:bodyPr>
          <a:lstStyle/>
          <a:p>
            <a:pPr algn="l">
              <a:lnSpc>
                <a:spcPct val="100000"/>
              </a:lnSpc>
              <a:buNone/>
              <a:defRPr sz="2400">
                <a:solidFill>
                  <a:srgbClr val="C89211"/>
                </a:solidFill>
                <a:latin typeface="Arial"/>
                <a:ea typeface="Arial"/>
                <a:cs typeface="Arial"/>
              </a:defRPr>
            </a:pPr>
            <a:r>
              <a:rPr sz="2400">
                <a:solidFill>
                  <a:srgbClr val="C89211"/>
                </a:solidFill>
                <a:latin typeface="Arial"/>
                <a:ea typeface="Arial"/>
                <a:cs typeface="Arial"/>
              </a:rPr>
              <a:t>Método incremental y colaborativo</a:t>
            </a:r>
          </a:p>
        </p:txBody>
      </p:sp>
      <p:pic>
        <p:nvPicPr>
          <p:cNvPr id="13" name="Imagen 12"/>
          <p:cNvPicPr>
            <a:picLocks noChangeAspect="1"/>
          </p:cNvPicPr>
          <p:nvPr/>
        </p:nvPicPr>
        <p:blipFill>
          <a:blip r:embed="rId4"/>
          <a:srcRect/>
          <a:stretch/>
        </p:blipFill>
        <p:spPr>
          <a:xfrm>
            <a:off x="558026" y="1538869"/>
            <a:ext cx="3646449" cy="4861932"/>
          </a:xfrm>
          <a:prstGeom prst="rect">
            <a:avLst/>
          </a:prstGeom>
        </p:spPr>
      </p:pic>
    </p:spTree>
    <p:extLst>
      <p:ext uri="{BB962C8B-B14F-4D97-AF65-F5344CB8AC3E}">
        <p14:creationId xmlns:p14="http://schemas.microsoft.com/office/powerpoint/2010/main" val="189351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6"/>
          <p:cNvPicPr>
            <a:picLocks noChangeAspect="1"/>
          </p:cNvPicPr>
          <p:nvPr/>
        </p:nvPicPr>
        <p:blipFill>
          <a:blip r:embed="rId3"/>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4C95FAA0-3FD0-4B1B-98C0-D50DE271B71D}"/>
              </a:ext>
            </a:extLst>
          </p:cNvPr>
          <p:cNvSpPr>
            <a:spLocks noGrp="1"/>
          </p:cNvSpPr>
          <p:nvPr/>
        </p:nvSpPr>
        <p:spPr>
          <a:xfrm>
            <a:off x="4739268" y="2821901"/>
            <a:ext cx="6894706" cy="2926057"/>
          </a:xfrm>
          <a:prstGeom prst="rect">
            <a:avLst/>
          </a:prstGeom>
          <a:noFill/>
        </p:spPr>
        <p:txBody>
          <a:bodyPr wrap="square" lIns="38100" tIns="28575" rIns="38100" bIns="28575" anchor="t">
            <a:noAutofit/>
          </a:bodyPr>
          <a:lstStyle/>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CREADOR</a:t>
            </a:r>
          </a:p>
          <a:p>
            <a:pPr algn="l">
              <a:lnSpc>
                <a:spcPct val="128000"/>
              </a:lnSpc>
              <a:buNone/>
              <a:defRPr sz="1300">
                <a:solidFill>
                  <a:srgbClr val="666666"/>
                </a:solidFill>
                <a:latin typeface="Arial"/>
                <a:ea typeface="Arial"/>
                <a:cs typeface="Arial"/>
              </a:defRPr>
            </a:pPr>
            <a:r>
              <a:rPr sz="1300">
                <a:solidFill>
                  <a:srgbClr val="666666"/>
                </a:solidFill>
                <a:latin typeface="Arial"/>
                <a:ea typeface="Arial"/>
                <a:cs typeface="Arial"/>
              </a:rPr>
              <a:t>Propone y registra narrativas.</a:t>
            </a:r>
            <a:endParaRPr sz="1300">
              <a:solidFill>
                <a:schemeClr val="tx1">
                  <a:lumMod val="65000"/>
                  <a:lumOff val="35000"/>
                </a:schemeClr>
              </a:solidFill>
              <a:latin typeface="Arial"/>
              <a:ea typeface="Arial"/>
              <a:cs typeface="Arial"/>
            </a:endParaRPr>
          </a:p>
          <a:p>
            <a:pPr>
              <a:lnSpc>
                <a:spcPct val="130000"/>
              </a:lnSpc>
              <a:buNone/>
            </a:pP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ADMINISTRADOR / CURADOR</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Revisa calidad y pertinencia.</a:t>
            </a:r>
            <a:endParaRPr sz="1300">
              <a:solidFill>
                <a:schemeClr val="tx1">
                  <a:lumMod val="65000"/>
                  <a:lumOff val="35000"/>
                </a:schemeClr>
              </a:solidFill>
              <a:latin typeface="Arial"/>
              <a:ea typeface="Arial"/>
              <a:cs typeface="Arial"/>
            </a:endParaRPr>
          </a:p>
          <a:p>
            <a:pPr>
              <a:lnSpc>
                <a:spcPct val="130000"/>
              </a:lnSpc>
              <a:buNone/>
            </a:pP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LECTOR / VISITANTE</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Consulta, interactúa y conserva contenidos.</a:t>
            </a:r>
            <a:endParaRPr sz="1300">
              <a:solidFill>
                <a:schemeClr val="tx1">
                  <a:lumMod val="65000"/>
                  <a:lumOff val="35000"/>
                </a:schemeClr>
              </a:solidFill>
              <a:latin typeface="Arial"/>
              <a:ea typeface="Arial"/>
              <a:cs typeface="Arial"/>
            </a:endParaRPr>
          </a:p>
        </p:txBody>
      </p:sp>
      <p:sp>
        <p:nvSpPr>
          <p:cNvPr id="3" name="CuadroTexto 2">
            <a:extLst>
              <a:ext uri="{FF2B5EF4-FFF2-40B4-BE49-F238E27FC236}">
                <a16:creationId xmlns:a16="http://schemas.microsoft.com/office/drawing/2014/main" id="{2EDFDA68-5BB3-4F76-9100-73D103986AF9}"/>
              </a:ext>
            </a:extLst>
          </p:cNvPr>
          <p:cNvSpPr>
            <a:spLocks noGrp="1"/>
          </p:cNvSpPr>
          <p:nvPr/>
        </p:nvSpPr>
        <p:spPr>
          <a:xfrm>
            <a:off x="4650058" y="1672683"/>
            <a:ext cx="5330283" cy="1066800"/>
          </a:xfrm>
          <a:prstGeom prst="rect">
            <a:avLst/>
          </a:prstGeom>
          <a:noFill/>
        </p:spPr>
        <p:txBody>
          <a:bodyPr wrap="square" lIns="19050" tIns="19050" rIns="19050" bIns="19050" anchor="t">
            <a:noAutofit/>
          </a:bodyPr>
          <a:lstStyle/>
          <a:p>
            <a:pPr algn="l">
              <a:lnSpc>
                <a:spcPct val="96000"/>
              </a:lnSpc>
              <a:buNone/>
              <a:defRPr sz="3200" b="1">
                <a:solidFill>
                  <a:srgbClr val="573775"/>
                </a:solidFill>
                <a:latin typeface="Arial"/>
                <a:ea typeface="Arial"/>
                <a:cs typeface="Arial"/>
              </a:defRPr>
            </a:pPr>
            <a:r>
              <a:rPr sz="3200" b="1">
                <a:solidFill>
                  <a:srgbClr val="573775"/>
                </a:solidFill>
                <a:latin typeface="Arial"/>
                <a:ea typeface="Arial"/>
                <a:cs typeface="Arial"/>
              </a:rPr>
              <a:t>Tres roles, una experiencia</a:t>
            </a:r>
          </a:p>
        </p:txBody>
      </p:sp>
      <p:sp>
        <p:nvSpPr>
          <p:cNvPr id="6" name="CuadroTexto 5">
            <a:extLst>
              <a:ext uri="{FF2B5EF4-FFF2-40B4-BE49-F238E27FC236}">
                <a16:creationId xmlns:a16="http://schemas.microsoft.com/office/drawing/2014/main" id="{B64587BB-C907-44B6-BEA9-8341FAA35BE6}"/>
              </a:ext>
            </a:extLst>
          </p:cNvPr>
          <p:cNvSpPr>
            <a:spLocks noGrp="1"/>
          </p:cNvSpPr>
          <p:nvPr/>
        </p:nvSpPr>
        <p:spPr>
          <a:xfrm>
            <a:off x="4739268" y="2193879"/>
            <a:ext cx="5330283" cy="461665"/>
          </a:xfrm>
          <a:prstGeom prst="rect">
            <a:avLst/>
          </a:prstGeom>
          <a:noFill/>
        </p:spPr>
        <p:txBody>
          <a:bodyPr wrap="square" lIns="19050" tIns="9525" rIns="19050" bIns="9525" anchor="ctr">
            <a:noAutofit/>
          </a:bodyPr>
          <a:lstStyle/>
          <a:p>
            <a:pPr algn="l">
              <a:lnSpc>
                <a:spcPct val="100000"/>
              </a:lnSpc>
              <a:buNone/>
              <a:defRPr sz="2400">
                <a:solidFill>
                  <a:srgbClr val="C89211"/>
                </a:solidFill>
                <a:latin typeface="Arial"/>
                <a:ea typeface="Arial"/>
                <a:cs typeface="Arial"/>
              </a:defRPr>
            </a:pPr>
            <a:r>
              <a:rPr sz="2400">
                <a:solidFill>
                  <a:srgbClr val="C89211"/>
                </a:solidFill>
                <a:latin typeface="Arial"/>
                <a:ea typeface="Arial"/>
                <a:cs typeface="Arial"/>
              </a:rPr>
              <a:t>Crear, curar y visitar</a:t>
            </a:r>
          </a:p>
        </p:txBody>
      </p:sp>
      <p:pic>
        <p:nvPicPr>
          <p:cNvPr id="13" name="Imagen 12"/>
          <p:cNvPicPr>
            <a:picLocks noChangeAspect="1"/>
          </p:cNvPicPr>
          <p:nvPr/>
        </p:nvPicPr>
        <p:blipFill>
          <a:blip r:embed="rId4"/>
          <a:srcRect/>
          <a:stretch/>
        </p:blipFill>
        <p:spPr>
          <a:xfrm>
            <a:off x="558026" y="1538869"/>
            <a:ext cx="3646449" cy="4861932"/>
          </a:xfrm>
          <a:prstGeom prst="rect">
            <a:avLst/>
          </a:prstGeom>
        </p:spPr>
      </p:pic>
    </p:spTree>
    <p:extLst>
      <p:ext uri="{BB962C8B-B14F-4D97-AF65-F5344CB8AC3E}">
        <p14:creationId xmlns:p14="http://schemas.microsoft.com/office/powerpoint/2010/main" val="1893518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6"/>
          <p:cNvPicPr>
            <a:picLocks noChangeAspect="1"/>
          </p:cNvPicPr>
          <p:nvPr/>
        </p:nvPicPr>
        <p:blipFill>
          <a:blip r:embed="rId3"/>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4C95FAA0-3FD0-4B1B-98C0-D50DE271B71D}"/>
              </a:ext>
            </a:extLst>
          </p:cNvPr>
          <p:cNvSpPr>
            <a:spLocks noGrp="1"/>
          </p:cNvSpPr>
          <p:nvPr/>
        </p:nvSpPr>
        <p:spPr>
          <a:xfrm>
            <a:off x="557561" y="2893301"/>
            <a:ext cx="3356517" cy="1885773"/>
          </a:xfrm>
          <a:prstGeom prst="rect">
            <a:avLst/>
          </a:prstGeom>
          <a:noFill/>
        </p:spPr>
        <p:txBody>
          <a:bodyPr wrap="square" lIns="38100" tIns="28575" rIns="38100" bIns="28575" anchor="t">
            <a:noAutofit/>
          </a:bodyPr>
          <a:lstStyle/>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Si requiere ajustes:</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revisión -&gt; devolución con observaciones</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-&gt; corrección</a:t>
            </a:r>
            <a:endParaRPr sz="1300">
              <a:solidFill>
                <a:schemeClr val="tx1">
                  <a:lumMod val="65000"/>
                  <a:lumOff val="35000"/>
                </a:schemeClr>
              </a:solidFill>
              <a:latin typeface="Arial"/>
              <a:ea typeface="Arial"/>
              <a:cs typeface="Arial"/>
            </a:endParaRPr>
          </a:p>
        </p:txBody>
      </p:sp>
      <p:sp>
        <p:nvSpPr>
          <p:cNvPr id="3" name="CuadroTexto 2">
            <a:extLst>
              <a:ext uri="{FF2B5EF4-FFF2-40B4-BE49-F238E27FC236}">
                <a16:creationId xmlns:a16="http://schemas.microsoft.com/office/drawing/2014/main" id="{2EDFDA68-5BB3-4F76-9100-73D103986AF9}"/>
              </a:ext>
            </a:extLst>
          </p:cNvPr>
          <p:cNvSpPr>
            <a:spLocks noGrp="1"/>
          </p:cNvSpPr>
          <p:nvPr/>
        </p:nvSpPr>
        <p:spPr>
          <a:xfrm>
            <a:off x="557594" y="1717262"/>
            <a:ext cx="3352800" cy="514350"/>
          </a:xfrm>
          <a:prstGeom prst="rect">
            <a:avLst/>
          </a:prstGeom>
          <a:noFill/>
        </p:spPr>
        <p:txBody>
          <a:bodyPr wrap="square" lIns="19050" tIns="19050" rIns="19050" bIns="19050" anchor="t">
            <a:noAutofit/>
          </a:bodyPr>
          <a:lstStyle/>
          <a:p>
            <a:pPr algn="l">
              <a:lnSpc>
                <a:spcPct val="96000"/>
              </a:lnSpc>
              <a:buNone/>
              <a:defRPr sz="3200" b="1">
                <a:solidFill>
                  <a:srgbClr val="573775"/>
                </a:solidFill>
                <a:latin typeface="Arial"/>
                <a:ea typeface="Arial"/>
                <a:cs typeface="Arial"/>
              </a:defRPr>
            </a:pPr>
            <a:r>
              <a:rPr sz="2250" b="1">
                <a:solidFill>
                  <a:srgbClr val="573775"/>
                </a:solidFill>
                <a:latin typeface="Arial"/>
                <a:ea typeface="Arial"/>
                <a:cs typeface="Arial"/>
              </a:rPr>
              <a:t>Curaduría editorial</a:t>
            </a:r>
          </a:p>
        </p:txBody>
      </p:sp>
      <p:sp>
        <p:nvSpPr>
          <p:cNvPr id="6" name="CuadroTexto 5">
            <a:extLst>
              <a:ext uri="{FF2B5EF4-FFF2-40B4-BE49-F238E27FC236}">
                <a16:creationId xmlns:a16="http://schemas.microsoft.com/office/drawing/2014/main" id="{B64587BB-C907-44B6-BEA9-8341FAA35BE6}"/>
              </a:ext>
            </a:extLst>
          </p:cNvPr>
          <p:cNvSpPr>
            <a:spLocks noGrp="1"/>
          </p:cNvSpPr>
          <p:nvPr/>
        </p:nvSpPr>
        <p:spPr>
          <a:xfrm>
            <a:off x="646748" y="2247900"/>
            <a:ext cx="3257550" cy="495300"/>
          </a:xfrm>
          <a:prstGeom prst="rect">
            <a:avLst/>
          </a:prstGeom>
          <a:noFill/>
        </p:spPr>
        <p:txBody>
          <a:bodyPr wrap="square" lIns="19050" tIns="9525" rIns="19050" bIns="9525" anchor="ctr">
            <a:noAutofit/>
          </a:bodyPr>
          <a:lstStyle/>
          <a:p>
            <a:pPr algn="l">
              <a:lnSpc>
                <a:spcPct val="100000"/>
              </a:lnSpc>
              <a:buNone/>
              <a:defRPr sz="2400">
                <a:solidFill>
                  <a:srgbClr val="C89211"/>
                </a:solidFill>
                <a:latin typeface="Arial"/>
                <a:ea typeface="Arial"/>
                <a:cs typeface="Arial"/>
              </a:defRPr>
            </a:pPr>
            <a:r>
              <a:rPr sz="1650">
                <a:solidFill>
                  <a:srgbClr val="C89211"/>
                </a:solidFill>
                <a:latin typeface="Arial"/>
                <a:ea typeface="Arial"/>
                <a:cs typeface="Arial"/>
              </a:rPr>
              <a:t>Borrador -&gt; revisión -&gt; publicación</a:t>
            </a:r>
          </a:p>
        </p:txBody>
      </p:sp>
      <p:pic>
        <p:nvPicPr>
          <p:cNvPr id="13" name="Imagen 12"/>
          <p:cNvPicPr>
            <a:picLocks noChangeAspect="1"/>
          </p:cNvPicPr>
          <p:nvPr/>
        </p:nvPicPr>
        <p:blipFill>
          <a:blip r:embed="rId4"/>
          <a:srcRect t="11190" b="10478"/>
          <a:stretch/>
        </p:blipFill>
        <p:spPr>
          <a:xfrm>
            <a:off x="4072090" y="1717288"/>
            <a:ext cx="7573502" cy="4449336"/>
          </a:xfrm>
          <a:prstGeom prst="rect">
            <a:avLst/>
          </a:prstGeom>
        </p:spPr>
      </p:pic>
    </p:spTree>
    <p:extLst>
      <p:ext uri="{BB962C8B-B14F-4D97-AF65-F5344CB8AC3E}">
        <p14:creationId xmlns:p14="http://schemas.microsoft.com/office/powerpoint/2010/main" val="684459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6"/>
          <p:cNvPicPr>
            <a:picLocks noChangeAspect="1"/>
          </p:cNvPicPr>
          <p:nvPr/>
        </p:nvPicPr>
        <p:blipFill>
          <a:blip r:embed="rId3"/>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4C95FAA0-3FD0-4B1B-98C0-D50DE271B71D}"/>
              </a:ext>
            </a:extLst>
          </p:cNvPr>
          <p:cNvSpPr>
            <a:spLocks noGrp="1"/>
          </p:cNvSpPr>
          <p:nvPr/>
        </p:nvSpPr>
        <p:spPr>
          <a:xfrm>
            <a:off x="4739268" y="2821901"/>
            <a:ext cx="6894706" cy="2926057"/>
          </a:xfrm>
          <a:prstGeom prst="rect">
            <a:avLst/>
          </a:prstGeom>
          <a:noFill/>
        </p:spPr>
        <p:txBody>
          <a:bodyPr wrap="square" lIns="38100" tIns="28575" rIns="38100" bIns="28575" anchor="t">
            <a:noAutofit/>
          </a:bodyPr>
          <a:lstStyle/>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 Catálogo y lectura organizada por páginas</a:t>
            </a:r>
          </a:p>
          <a:p>
            <a:pPr algn="l">
              <a:lnSpc>
                <a:spcPct val="128000"/>
              </a:lnSpc>
              <a:buNone/>
              <a:defRPr sz="1300">
                <a:solidFill>
                  <a:srgbClr val="666666"/>
                </a:solidFill>
                <a:latin typeface="Arial"/>
                <a:ea typeface="Arial"/>
                <a:cs typeface="Arial"/>
              </a:defRPr>
            </a:pPr>
            <a:r>
              <a:rPr sz="1300">
                <a:solidFill>
                  <a:srgbClr val="666666"/>
                </a:solidFill>
                <a:latin typeface="Arial"/>
                <a:ea typeface="Arial"/>
                <a:cs typeface="Arial"/>
              </a:rPr>
              <a:t>• Recursos multimedia, comentarios y favoritos</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 Acceso vinculado con códigos de la edición física</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 Vista interactiva sin sustituir el libro impreso</a:t>
            </a:r>
            <a:endParaRPr sz="1300">
              <a:solidFill>
                <a:schemeClr val="tx1">
                  <a:lumMod val="65000"/>
                  <a:lumOff val="35000"/>
                </a:schemeClr>
              </a:solidFill>
              <a:latin typeface="Arial"/>
              <a:ea typeface="Arial"/>
              <a:cs typeface="Arial"/>
            </a:endParaRPr>
          </a:p>
        </p:txBody>
      </p:sp>
      <p:sp>
        <p:nvSpPr>
          <p:cNvPr id="3" name="CuadroTexto 2">
            <a:extLst>
              <a:ext uri="{FF2B5EF4-FFF2-40B4-BE49-F238E27FC236}">
                <a16:creationId xmlns:a16="http://schemas.microsoft.com/office/drawing/2014/main" id="{2EDFDA68-5BB3-4F76-9100-73D103986AF9}"/>
              </a:ext>
            </a:extLst>
          </p:cNvPr>
          <p:cNvSpPr>
            <a:spLocks noGrp="1"/>
          </p:cNvSpPr>
          <p:nvPr/>
        </p:nvSpPr>
        <p:spPr>
          <a:xfrm>
            <a:off x="4650058" y="1672683"/>
            <a:ext cx="5330283" cy="584775"/>
          </a:xfrm>
          <a:prstGeom prst="rect">
            <a:avLst/>
          </a:prstGeom>
          <a:noFill/>
        </p:spPr>
        <p:txBody>
          <a:bodyPr wrap="square" lIns="19050" tIns="19050" rIns="19050" bIns="19050" anchor="t">
            <a:noAutofit/>
          </a:bodyPr>
          <a:lstStyle/>
          <a:p>
            <a:pPr algn="l">
              <a:lnSpc>
                <a:spcPct val="96000"/>
              </a:lnSpc>
              <a:buNone/>
              <a:defRPr sz="3200" b="1">
                <a:solidFill>
                  <a:srgbClr val="573775"/>
                </a:solidFill>
                <a:latin typeface="Arial"/>
                <a:ea typeface="Arial"/>
                <a:cs typeface="Arial"/>
              </a:defRPr>
            </a:pPr>
            <a:r>
              <a:rPr sz="3200" b="1">
                <a:solidFill>
                  <a:srgbClr val="573775"/>
                </a:solidFill>
                <a:latin typeface="Arial"/>
                <a:ea typeface="Arial"/>
                <a:cs typeface="Arial"/>
              </a:rPr>
              <a:t>El libro también es digital</a:t>
            </a:r>
          </a:p>
        </p:txBody>
      </p:sp>
      <p:sp>
        <p:nvSpPr>
          <p:cNvPr id="6" name="CuadroTexto 5">
            <a:extLst>
              <a:ext uri="{FF2B5EF4-FFF2-40B4-BE49-F238E27FC236}">
                <a16:creationId xmlns:a16="http://schemas.microsoft.com/office/drawing/2014/main" id="{B64587BB-C907-44B6-BEA9-8341FAA35BE6}"/>
              </a:ext>
            </a:extLst>
          </p:cNvPr>
          <p:cNvSpPr>
            <a:spLocks noGrp="1"/>
          </p:cNvSpPr>
          <p:nvPr/>
        </p:nvSpPr>
        <p:spPr>
          <a:xfrm>
            <a:off x="4739268" y="2193879"/>
            <a:ext cx="5330283" cy="461665"/>
          </a:xfrm>
          <a:prstGeom prst="rect">
            <a:avLst/>
          </a:prstGeom>
          <a:noFill/>
        </p:spPr>
        <p:txBody>
          <a:bodyPr wrap="square" lIns="19050" tIns="9525" rIns="19050" bIns="9525" anchor="ctr">
            <a:noAutofit/>
          </a:bodyPr>
          <a:lstStyle/>
          <a:p>
            <a:pPr algn="l">
              <a:lnSpc>
                <a:spcPct val="100000"/>
              </a:lnSpc>
              <a:buNone/>
              <a:defRPr sz="2400">
                <a:solidFill>
                  <a:srgbClr val="C89211"/>
                </a:solidFill>
                <a:latin typeface="Arial"/>
                <a:ea typeface="Arial"/>
                <a:cs typeface="Arial"/>
              </a:defRPr>
            </a:pPr>
            <a:r>
              <a:rPr sz="2400">
                <a:solidFill>
                  <a:srgbClr val="C89211"/>
                </a:solidFill>
                <a:latin typeface="Arial"/>
                <a:ea typeface="Arial"/>
                <a:cs typeface="Arial"/>
              </a:rPr>
              <a:t>Experiencia física y extendida</a:t>
            </a:r>
          </a:p>
        </p:txBody>
      </p:sp>
      <p:pic>
        <p:nvPicPr>
          <p:cNvPr id="13" name="Imagen 12"/>
          <p:cNvPicPr>
            <a:picLocks noChangeAspect="1"/>
          </p:cNvPicPr>
          <p:nvPr/>
        </p:nvPicPr>
        <p:blipFill>
          <a:blip r:embed="rId4"/>
          <a:srcRect/>
          <a:stretch/>
        </p:blipFill>
        <p:spPr>
          <a:xfrm>
            <a:off x="558026" y="1538869"/>
            <a:ext cx="3646449" cy="4861932"/>
          </a:xfrm>
          <a:prstGeom prst="rect">
            <a:avLst/>
          </a:prstGeom>
        </p:spPr>
      </p:pic>
    </p:spTree>
    <p:extLst>
      <p:ext uri="{BB962C8B-B14F-4D97-AF65-F5344CB8AC3E}">
        <p14:creationId xmlns:p14="http://schemas.microsoft.com/office/powerpoint/2010/main" val="1893518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6"/>
          <p:cNvPicPr>
            <a:picLocks noChangeAspect="1"/>
          </p:cNvPicPr>
          <p:nvPr/>
        </p:nvPicPr>
        <p:blipFill>
          <a:blip r:embed="rId3"/>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4C95FAA0-3FD0-4B1B-98C0-D50DE271B71D}"/>
              </a:ext>
            </a:extLst>
          </p:cNvPr>
          <p:cNvSpPr>
            <a:spLocks noGrp="1"/>
          </p:cNvSpPr>
          <p:nvPr/>
        </p:nvSpPr>
        <p:spPr>
          <a:xfrm>
            <a:off x="557561" y="2893301"/>
            <a:ext cx="3356517" cy="1885773"/>
          </a:xfrm>
          <a:prstGeom prst="rect">
            <a:avLst/>
          </a:prstGeom>
          <a:noFill/>
        </p:spPr>
        <p:txBody>
          <a:bodyPr wrap="square" lIns="38100" tIns="28575" rIns="38100" bIns="28575" anchor="t">
            <a:noAutofit/>
          </a:bodyPr>
          <a:lstStyle/>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El libro sigue siendo el punto de partida.</a:t>
            </a:r>
            <a:endParaRPr sz="1300">
              <a:solidFill>
                <a:schemeClr val="tx1">
                  <a:lumMod val="65000"/>
                  <a:lumOff val="35000"/>
                </a:schemeClr>
              </a:solidFill>
              <a:latin typeface="Arial"/>
              <a:ea typeface="Arial"/>
              <a:cs typeface="Arial"/>
            </a:endParaRPr>
          </a:p>
          <a:p>
            <a:pPr>
              <a:lnSpc>
                <a:spcPct val="130000"/>
              </a:lnSpc>
              <a:buNone/>
            </a:pP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Caso Los Baymen:</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Padre Miguel · Baymen · Parroquia de San Joaquín</a:t>
            </a:r>
            <a:endParaRPr sz="1300">
              <a:solidFill>
                <a:schemeClr val="tx1">
                  <a:lumMod val="65000"/>
                  <a:lumOff val="35000"/>
                </a:schemeClr>
              </a:solidFill>
              <a:latin typeface="Arial"/>
              <a:ea typeface="Arial"/>
              <a:cs typeface="Arial"/>
            </a:endParaRPr>
          </a:p>
        </p:txBody>
      </p:sp>
      <p:sp>
        <p:nvSpPr>
          <p:cNvPr id="3" name="CuadroTexto 2">
            <a:extLst>
              <a:ext uri="{FF2B5EF4-FFF2-40B4-BE49-F238E27FC236}">
                <a16:creationId xmlns:a16="http://schemas.microsoft.com/office/drawing/2014/main" id="{2EDFDA68-5BB3-4F76-9100-73D103986AF9}"/>
              </a:ext>
            </a:extLst>
          </p:cNvPr>
          <p:cNvSpPr>
            <a:spLocks noGrp="1"/>
          </p:cNvSpPr>
          <p:nvPr/>
        </p:nvSpPr>
        <p:spPr>
          <a:xfrm>
            <a:off x="557594" y="1717262"/>
            <a:ext cx="3352800" cy="514350"/>
          </a:xfrm>
          <a:prstGeom prst="rect">
            <a:avLst/>
          </a:prstGeom>
          <a:noFill/>
        </p:spPr>
        <p:txBody>
          <a:bodyPr wrap="square" lIns="19050" tIns="19050" rIns="19050" bIns="19050" anchor="t">
            <a:noAutofit/>
          </a:bodyPr>
          <a:lstStyle/>
          <a:p>
            <a:pPr algn="l">
              <a:lnSpc>
                <a:spcPct val="96000"/>
              </a:lnSpc>
              <a:buNone/>
              <a:defRPr sz="3200" b="1">
                <a:solidFill>
                  <a:srgbClr val="573775"/>
                </a:solidFill>
                <a:latin typeface="Arial"/>
                <a:ea typeface="Arial"/>
                <a:cs typeface="Arial"/>
              </a:defRPr>
            </a:pPr>
            <a:r>
              <a:rPr sz="2250" b="1">
                <a:solidFill>
                  <a:srgbClr val="573775"/>
                </a:solidFill>
                <a:latin typeface="Arial"/>
                <a:ea typeface="Arial"/>
                <a:cs typeface="Arial"/>
              </a:rPr>
              <a:t>La RA amplía el libro</a:t>
            </a:r>
          </a:p>
        </p:txBody>
      </p:sp>
      <p:sp>
        <p:nvSpPr>
          <p:cNvPr id="6" name="CuadroTexto 5">
            <a:extLst>
              <a:ext uri="{FF2B5EF4-FFF2-40B4-BE49-F238E27FC236}">
                <a16:creationId xmlns:a16="http://schemas.microsoft.com/office/drawing/2014/main" id="{B64587BB-C907-44B6-BEA9-8341FAA35BE6}"/>
              </a:ext>
            </a:extLst>
          </p:cNvPr>
          <p:cNvSpPr>
            <a:spLocks noGrp="1"/>
          </p:cNvSpPr>
          <p:nvPr/>
        </p:nvSpPr>
        <p:spPr>
          <a:xfrm>
            <a:off x="646748" y="2247900"/>
            <a:ext cx="3257550" cy="495300"/>
          </a:xfrm>
          <a:prstGeom prst="rect">
            <a:avLst/>
          </a:prstGeom>
          <a:noFill/>
        </p:spPr>
        <p:txBody>
          <a:bodyPr wrap="square" lIns="19050" tIns="9525" rIns="19050" bIns="9525" anchor="ctr">
            <a:noAutofit/>
          </a:bodyPr>
          <a:lstStyle/>
          <a:p>
            <a:pPr algn="l">
              <a:lnSpc>
                <a:spcPct val="100000"/>
              </a:lnSpc>
              <a:buNone/>
              <a:defRPr sz="2400">
                <a:solidFill>
                  <a:srgbClr val="C89211"/>
                </a:solidFill>
                <a:latin typeface="Arial"/>
                <a:ea typeface="Arial"/>
                <a:cs typeface="Arial"/>
              </a:defRPr>
            </a:pPr>
            <a:r>
              <a:rPr sz="1650">
                <a:solidFill>
                  <a:srgbClr val="C89211"/>
                </a:solidFill>
                <a:latin typeface="Arial"/>
                <a:ea typeface="Arial"/>
                <a:cs typeface="Arial"/>
              </a:rPr>
              <a:t>Marcador físico -&gt; reconocimiento -&gt; contenido 3D</a:t>
            </a:r>
          </a:p>
        </p:txBody>
      </p:sp>
      <p:pic>
        <p:nvPicPr>
          <p:cNvPr id="13" name="Imagen 12"/>
          <p:cNvPicPr>
            <a:picLocks noChangeAspect="1"/>
          </p:cNvPicPr>
          <p:nvPr/>
        </p:nvPicPr>
        <p:blipFill>
          <a:blip r:embed="rId4"/>
          <a:srcRect t="11190" b="10478"/>
          <a:stretch/>
        </p:blipFill>
        <p:spPr>
          <a:xfrm>
            <a:off x="4072090" y="1717288"/>
            <a:ext cx="7573502" cy="4449336"/>
          </a:xfrm>
          <a:prstGeom prst="rect">
            <a:avLst/>
          </a:prstGeom>
        </p:spPr>
      </p:pic>
    </p:spTree>
    <p:extLst>
      <p:ext uri="{BB962C8B-B14F-4D97-AF65-F5344CB8AC3E}">
        <p14:creationId xmlns:p14="http://schemas.microsoft.com/office/powerpoint/2010/main" val="684459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6"/>
          <p:cNvPicPr>
            <a:picLocks noChangeAspect="1"/>
          </p:cNvPicPr>
          <p:nvPr/>
        </p:nvPicPr>
        <p:blipFill>
          <a:blip r:embed="rId3"/>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4C95FAA0-3FD0-4B1B-98C0-D50DE271B71D}"/>
              </a:ext>
            </a:extLst>
          </p:cNvPr>
          <p:cNvSpPr>
            <a:spLocks noGrp="1"/>
          </p:cNvSpPr>
          <p:nvPr/>
        </p:nvSpPr>
        <p:spPr>
          <a:xfrm>
            <a:off x="557561" y="2893301"/>
            <a:ext cx="3356517" cy="1894332"/>
          </a:xfrm>
          <a:prstGeom prst="rect">
            <a:avLst/>
          </a:prstGeom>
          <a:noFill/>
        </p:spPr>
        <p:txBody>
          <a:bodyPr wrap="square" lIns="38100" tIns="28575" rIns="38100" bIns="28575" anchor="t">
            <a:noAutofit/>
          </a:bodyPr>
          <a:lstStyle/>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ANTES: descubre relatos</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DURANTE: conecta historia y lugar</a:t>
            </a: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DESPUÉS: conserva y reactiva la experiencia</a:t>
            </a:r>
            <a:endParaRPr sz="1300">
              <a:solidFill>
                <a:schemeClr val="tx1">
                  <a:lumMod val="65000"/>
                  <a:lumOff val="35000"/>
                </a:schemeClr>
              </a:solidFill>
              <a:latin typeface="Arial"/>
              <a:ea typeface="Arial"/>
              <a:cs typeface="Arial"/>
            </a:endParaRPr>
          </a:p>
          <a:p>
            <a:pPr>
              <a:lnSpc>
                <a:spcPct val="130000"/>
              </a:lnSpc>
              <a:buNone/>
            </a:pP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Escala: nuevas leyendas y otros destinos del sureste.</a:t>
            </a:r>
            <a:endParaRPr sz="1300">
              <a:solidFill>
                <a:schemeClr val="tx1">
                  <a:lumMod val="65000"/>
                  <a:lumOff val="35000"/>
                </a:schemeClr>
              </a:solidFill>
              <a:latin typeface="Arial"/>
              <a:ea typeface="Arial"/>
              <a:cs typeface="Arial"/>
            </a:endParaRPr>
          </a:p>
        </p:txBody>
      </p:sp>
      <p:sp>
        <p:nvSpPr>
          <p:cNvPr id="3" name="CuadroTexto 2">
            <a:extLst>
              <a:ext uri="{FF2B5EF4-FFF2-40B4-BE49-F238E27FC236}">
                <a16:creationId xmlns:a16="http://schemas.microsoft.com/office/drawing/2014/main" id="{2EDFDA68-5BB3-4F76-9100-73D103986AF9}"/>
              </a:ext>
            </a:extLst>
          </p:cNvPr>
          <p:cNvSpPr>
            <a:spLocks noGrp="1"/>
          </p:cNvSpPr>
          <p:nvPr/>
        </p:nvSpPr>
        <p:spPr>
          <a:xfrm>
            <a:off x="557594" y="1717262"/>
            <a:ext cx="3352800" cy="514350"/>
          </a:xfrm>
          <a:prstGeom prst="rect">
            <a:avLst/>
          </a:prstGeom>
          <a:noFill/>
        </p:spPr>
        <p:txBody>
          <a:bodyPr wrap="square" lIns="19050" tIns="19050" rIns="19050" bIns="19050" anchor="t">
            <a:noAutofit/>
          </a:bodyPr>
          <a:lstStyle/>
          <a:p>
            <a:pPr algn="l">
              <a:lnSpc>
                <a:spcPct val="96000"/>
              </a:lnSpc>
              <a:buNone/>
              <a:defRPr sz="3200" b="1">
                <a:solidFill>
                  <a:srgbClr val="573775"/>
                </a:solidFill>
                <a:latin typeface="Arial"/>
                <a:ea typeface="Arial"/>
                <a:cs typeface="Arial"/>
              </a:defRPr>
            </a:pPr>
            <a:r>
              <a:rPr sz="2250" b="1">
                <a:solidFill>
                  <a:srgbClr val="573775"/>
                </a:solidFill>
                <a:latin typeface="Arial"/>
                <a:ea typeface="Arial"/>
                <a:cs typeface="Arial"/>
              </a:rPr>
              <a:t>El viaje continúa</a:t>
            </a:r>
          </a:p>
        </p:txBody>
      </p:sp>
      <p:sp>
        <p:nvSpPr>
          <p:cNvPr id="6" name="CuadroTexto 5">
            <a:extLst>
              <a:ext uri="{FF2B5EF4-FFF2-40B4-BE49-F238E27FC236}">
                <a16:creationId xmlns:a16="http://schemas.microsoft.com/office/drawing/2014/main" id="{B64587BB-C907-44B6-BEA9-8341FAA35BE6}"/>
              </a:ext>
            </a:extLst>
          </p:cNvPr>
          <p:cNvSpPr>
            <a:spLocks noGrp="1"/>
          </p:cNvSpPr>
          <p:nvPr/>
        </p:nvSpPr>
        <p:spPr>
          <a:xfrm>
            <a:off x="646748" y="2247900"/>
            <a:ext cx="3257550" cy="495300"/>
          </a:xfrm>
          <a:prstGeom prst="rect">
            <a:avLst/>
          </a:prstGeom>
          <a:noFill/>
        </p:spPr>
        <p:txBody>
          <a:bodyPr wrap="square" lIns="19050" tIns="9525" rIns="19050" bIns="9525" anchor="ctr">
            <a:noAutofit/>
          </a:bodyPr>
          <a:lstStyle/>
          <a:p>
            <a:pPr algn="l">
              <a:lnSpc>
                <a:spcPct val="100000"/>
              </a:lnSpc>
              <a:buNone/>
              <a:defRPr sz="2400">
                <a:solidFill>
                  <a:srgbClr val="C89211"/>
                </a:solidFill>
                <a:latin typeface="Arial"/>
                <a:ea typeface="Arial"/>
                <a:cs typeface="Arial"/>
              </a:defRPr>
            </a:pPr>
            <a:r>
              <a:rPr sz="1650">
                <a:solidFill>
                  <a:srgbClr val="C89211"/>
                </a:solidFill>
                <a:latin typeface="Arial"/>
                <a:ea typeface="Arial"/>
                <a:cs typeface="Arial"/>
              </a:rPr>
              <a:t>Antes, durante y después de la visita</a:t>
            </a:r>
          </a:p>
        </p:txBody>
      </p:sp>
      <p:pic>
        <p:nvPicPr>
          <p:cNvPr id="13" name="Imagen 12"/>
          <p:cNvPicPr>
            <a:picLocks noChangeAspect="1"/>
          </p:cNvPicPr>
          <p:nvPr/>
        </p:nvPicPr>
        <p:blipFill>
          <a:blip r:embed="rId4"/>
          <a:srcRect t="11190" b="10478"/>
          <a:stretch/>
        </p:blipFill>
        <p:spPr>
          <a:xfrm>
            <a:off x="4072090" y="1717288"/>
            <a:ext cx="7573502" cy="4449336"/>
          </a:xfrm>
          <a:prstGeom prst="rect">
            <a:avLst/>
          </a:prstGeom>
        </p:spPr>
      </p:pic>
    </p:spTree>
    <p:extLst>
      <p:ext uri="{BB962C8B-B14F-4D97-AF65-F5344CB8AC3E}">
        <p14:creationId xmlns:p14="http://schemas.microsoft.com/office/powerpoint/2010/main" val="684459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6"/>
          <p:cNvPicPr>
            <a:picLocks noChangeAspect="1"/>
          </p:cNvPicPr>
          <p:nvPr/>
        </p:nvPicPr>
        <p:blipFill>
          <a:blip r:embed="rId3"/>
          <a:stretch>
            <a:fillRect/>
          </a:stretch>
        </p:blipFill>
        <p:spPr>
          <a:xfrm>
            <a:off x="0" y="0"/>
            <a:ext cx="12192000" cy="6858000"/>
          </a:xfrm>
          <a:prstGeom prst="rect">
            <a:avLst/>
          </a:prstGeom>
        </p:spPr>
      </p:pic>
      <p:sp>
        <p:nvSpPr>
          <p:cNvPr id="2" name="CuadroTexto 1">
            <a:extLst>
              <a:ext uri="{FF2B5EF4-FFF2-40B4-BE49-F238E27FC236}">
                <a16:creationId xmlns:a16="http://schemas.microsoft.com/office/drawing/2014/main" id="{4C95FAA0-3FD0-4B1B-98C0-D50DE271B71D}"/>
              </a:ext>
            </a:extLst>
          </p:cNvPr>
          <p:cNvSpPr>
            <a:spLocks noGrp="1"/>
          </p:cNvSpPr>
          <p:nvPr/>
        </p:nvSpPr>
        <p:spPr>
          <a:xfrm>
            <a:off x="4739268" y="2821901"/>
            <a:ext cx="6894706" cy="2926057"/>
          </a:xfrm>
          <a:prstGeom prst="rect">
            <a:avLst/>
          </a:prstGeom>
          <a:noFill/>
        </p:spPr>
        <p:txBody>
          <a:bodyPr wrap="square" lIns="38100" tIns="28575" rIns="38100" bIns="28575" anchor="t">
            <a:noAutofit/>
          </a:bodyPr>
          <a:lstStyle/>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Una infraestructura editorial y turística construida desde la UPB.</a:t>
            </a:r>
          </a:p>
          <a:p>
            <a:pPr>
              <a:lnSpc>
                <a:spcPct val="130000"/>
              </a:lnSpc>
              <a:buNone/>
            </a:pP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Puede crecer con nuevas narrativas culturalmente situadas.</a:t>
            </a:r>
            <a:endParaRPr sz="1300">
              <a:solidFill>
                <a:schemeClr val="tx1">
                  <a:lumMod val="65000"/>
                  <a:lumOff val="35000"/>
                </a:schemeClr>
              </a:solidFill>
              <a:latin typeface="Arial"/>
              <a:ea typeface="Arial"/>
              <a:cs typeface="Arial"/>
            </a:endParaRPr>
          </a:p>
          <a:p>
            <a:pPr>
              <a:lnSpc>
                <a:spcPct val="130000"/>
              </a:lnSpc>
              <a:buNone/>
            </a:pPr>
            <a:endParaRPr sz="1300">
              <a:solidFill>
                <a:schemeClr val="tx1">
                  <a:lumMod val="65000"/>
                  <a:lumOff val="35000"/>
                </a:schemeClr>
              </a:solidFill>
              <a:latin typeface="Arial"/>
              <a:ea typeface="Arial"/>
              <a:cs typeface="Arial"/>
            </a:endParaRPr>
          </a:p>
          <a:p>
            <a:pPr algn="l">
              <a:lnSpc>
                <a:spcPct val="128000"/>
              </a:lnSpc>
              <a:buNone/>
              <a:defRPr sz="1300">
                <a:solidFill>
                  <a:srgbClr val="666666"/>
                </a:solidFill>
                <a:latin typeface="Arial"/>
                <a:ea typeface="Arial"/>
                <a:cs typeface="Arial"/>
              </a:defRPr>
            </a:pPr>
            <a:r>
              <a:rPr sz="1300" b="0" i="0">
                <a:solidFill>
                  <a:srgbClr val="666666"/>
                </a:solidFill>
                <a:latin typeface="Arial"/>
                <a:ea typeface="Arial"/>
                <a:cs typeface="Arial"/>
              </a:rPr>
              <a:t>Siguiente paso: evaluación formal con visitantes y exploración de WebAR.</a:t>
            </a:r>
            <a:endParaRPr sz="1300">
              <a:solidFill>
                <a:schemeClr val="tx1">
                  <a:lumMod val="65000"/>
                  <a:lumOff val="35000"/>
                </a:schemeClr>
              </a:solidFill>
              <a:latin typeface="Arial"/>
              <a:ea typeface="Arial"/>
              <a:cs typeface="Arial"/>
            </a:endParaRPr>
          </a:p>
        </p:txBody>
      </p:sp>
      <p:sp>
        <p:nvSpPr>
          <p:cNvPr id="3" name="CuadroTexto 2">
            <a:extLst>
              <a:ext uri="{FF2B5EF4-FFF2-40B4-BE49-F238E27FC236}">
                <a16:creationId xmlns:a16="http://schemas.microsoft.com/office/drawing/2014/main" id="{2EDFDA68-5BB3-4F76-9100-73D103986AF9}"/>
              </a:ext>
            </a:extLst>
          </p:cNvPr>
          <p:cNvSpPr>
            <a:spLocks noGrp="1"/>
          </p:cNvSpPr>
          <p:nvPr/>
        </p:nvSpPr>
        <p:spPr>
          <a:xfrm>
            <a:off x="4650058" y="1672683"/>
            <a:ext cx="5330283" cy="584775"/>
          </a:xfrm>
          <a:prstGeom prst="rect">
            <a:avLst/>
          </a:prstGeom>
          <a:noFill/>
        </p:spPr>
        <p:txBody>
          <a:bodyPr wrap="square" lIns="19050" tIns="19050" rIns="19050" bIns="19050" anchor="t">
            <a:noAutofit/>
          </a:bodyPr>
          <a:lstStyle/>
          <a:p>
            <a:pPr algn="l">
              <a:lnSpc>
                <a:spcPct val="96000"/>
              </a:lnSpc>
              <a:buNone/>
              <a:defRPr sz="3200" b="1">
                <a:solidFill>
                  <a:srgbClr val="573775"/>
                </a:solidFill>
                <a:latin typeface="Arial"/>
                <a:ea typeface="Arial"/>
                <a:cs typeface="Arial"/>
              </a:defRPr>
            </a:pPr>
            <a:r>
              <a:rPr sz="3200" b="1">
                <a:solidFill>
                  <a:srgbClr val="573775"/>
                </a:solidFill>
                <a:latin typeface="Arial"/>
                <a:ea typeface="Arial"/>
                <a:cs typeface="Arial"/>
              </a:rPr>
              <a:t>Identidad y alcance digital</a:t>
            </a:r>
          </a:p>
        </p:txBody>
      </p:sp>
      <p:sp>
        <p:nvSpPr>
          <p:cNvPr id="6" name="CuadroTexto 5">
            <a:extLst>
              <a:ext uri="{FF2B5EF4-FFF2-40B4-BE49-F238E27FC236}">
                <a16:creationId xmlns:a16="http://schemas.microsoft.com/office/drawing/2014/main" id="{B64587BB-C907-44B6-BEA9-8341FAA35BE6}"/>
              </a:ext>
            </a:extLst>
          </p:cNvPr>
          <p:cNvSpPr>
            <a:spLocks noGrp="1"/>
          </p:cNvSpPr>
          <p:nvPr/>
        </p:nvSpPr>
        <p:spPr>
          <a:xfrm>
            <a:off x="4739268" y="2193879"/>
            <a:ext cx="5330283" cy="461665"/>
          </a:xfrm>
          <a:prstGeom prst="rect">
            <a:avLst/>
          </a:prstGeom>
          <a:noFill/>
        </p:spPr>
        <p:txBody>
          <a:bodyPr wrap="square" lIns="19050" tIns="9525" rIns="19050" bIns="9525" anchor="ctr">
            <a:noAutofit/>
          </a:bodyPr>
          <a:lstStyle/>
          <a:p>
            <a:pPr algn="l">
              <a:lnSpc>
                <a:spcPct val="100000"/>
              </a:lnSpc>
              <a:buNone/>
              <a:defRPr sz="2400">
                <a:solidFill>
                  <a:srgbClr val="C89211"/>
                </a:solidFill>
                <a:latin typeface="Arial"/>
                <a:ea typeface="Arial"/>
                <a:cs typeface="Arial"/>
              </a:defRPr>
            </a:pPr>
            <a:r>
              <a:rPr sz="2400">
                <a:solidFill>
                  <a:srgbClr val="C89211"/>
                </a:solidFill>
                <a:latin typeface="Arial"/>
                <a:ea typeface="Arial"/>
                <a:cs typeface="Arial"/>
              </a:rPr>
              <a:t>El patrimonio es el propósito</a:t>
            </a:r>
          </a:p>
        </p:txBody>
      </p:sp>
      <p:pic>
        <p:nvPicPr>
          <p:cNvPr id="13" name="Imagen 12"/>
          <p:cNvPicPr>
            <a:picLocks noChangeAspect="1"/>
          </p:cNvPicPr>
          <p:nvPr/>
        </p:nvPicPr>
        <p:blipFill>
          <a:blip r:embed="rId4"/>
          <a:srcRect/>
          <a:stretch/>
        </p:blipFill>
        <p:spPr>
          <a:xfrm>
            <a:off x="558026" y="1538869"/>
            <a:ext cx="3646449" cy="4861932"/>
          </a:xfrm>
          <a:prstGeom prst="rect">
            <a:avLst/>
          </a:prstGeom>
        </p:spPr>
      </p:pic>
    </p:spTree>
    <p:extLst>
      <p:ext uri="{BB962C8B-B14F-4D97-AF65-F5344CB8AC3E}">
        <p14:creationId xmlns:p14="http://schemas.microsoft.com/office/powerpoint/2010/main" val="1893518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6"/>
          <p:cNvPicPr>
            <a:picLocks noChangeAspect="1"/>
          </p:cNvPicPr>
          <p:nvPr/>
        </p:nvPicPr>
        <p:blipFill>
          <a:blip r:embed="rId3"/>
          <a:srcRect/>
          <a:stretch/>
        </p:blipFill>
        <p:spPr>
          <a:xfrm>
            <a:off x="0" y="0"/>
            <a:ext cx="12192000" cy="6858000"/>
          </a:xfrm>
          <a:prstGeom prst="rect">
            <a:avLst/>
          </a:prstGeom>
        </p:spPr>
      </p:pic>
    </p:spTree>
    <p:extLst>
      <p:ext uri="{BB962C8B-B14F-4D97-AF65-F5344CB8AC3E}">
        <p14:creationId xmlns:p14="http://schemas.microsoft.com/office/powerpoint/2010/main" val="65592313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1986</Words>
  <Application>Microsoft Office PowerPoint</Application>
  <DocSecurity>0</DocSecurity>
  <PresentationFormat>Panorámica</PresentationFormat>
  <Paragraphs>176</Paragraphs>
  <Slides>11</Slides>
  <Notes>11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antonio huh</cp:lastModifiedBy>
  <cp:revision>1</cp:revision>
  <dcterms:created xsi:type="dcterms:W3CDTF">2026-08-16T23:53:00Z</dcterms:created>
  <dcterms:modified xsi:type="dcterms:W3CDTF">2026-08-17T00:06:56Z</dcterms:modified>
</cp:coreProperties>
</file>